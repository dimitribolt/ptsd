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73" r:id="rId2"/>
    <p:sldId id="274" r:id="rId3"/>
    <p:sldId id="275" r:id="rId4"/>
    <p:sldId id="277" r:id="rId5"/>
    <p:sldId id="278" r:id="rId6"/>
    <p:sldId id="279" r:id="rId7"/>
    <p:sldId id="276" r:id="rId8"/>
    <p:sldId id="280" r:id="rId9"/>
    <p:sldId id="256" r:id="rId10"/>
    <p:sldId id="257" r:id="rId11"/>
    <p:sldId id="260" r:id="rId12"/>
    <p:sldId id="261" r:id="rId13"/>
    <p:sldId id="262" r:id="rId14"/>
    <p:sldId id="263" r:id="rId15"/>
    <p:sldId id="264" r:id="rId16"/>
    <p:sldId id="265" r:id="rId17"/>
    <p:sldId id="266" r:id="rId18"/>
    <p:sldId id="267" r:id="rId19"/>
    <p:sldId id="268" r:id="rId20"/>
    <p:sldId id="269" r:id="rId21"/>
    <p:sldId id="258" r:id="rId22"/>
    <p:sldId id="270" r:id="rId23"/>
    <p:sldId id="271" r:id="rId24"/>
    <p:sldId id="27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A9DEA7-39B4-005C-3156-C7BEA840A8CD}" v="473" dt="2024-02-18T20:34:20.837"/>
    <p1510:client id="{3B64B085-C40B-CD55-2DD3-C0B945A1B6D6}" v="540" dt="2024-02-19T07:21:15.123"/>
    <p1510:client id="{3C5E3B93-A8BF-02C4-0D82-B959AB9EDC47}" v="168" dt="2024-02-19T01:49:53.637"/>
    <p1510:client id="{6EDEA390-9F76-7979-B204-2B11328AEAB2}" v="127" dt="2024-02-19T00:48:22.251"/>
    <p1510:client id="{73EDF389-4169-6812-559A-6CB5F47A4924}" v="13" dt="2024-02-19T03:36:25.698"/>
    <p1510:client id="{83461933-6164-857D-3CD2-625985B8B3D0}" v="241" dt="2024-02-19T06:28:49.714"/>
    <p1510:client id="{AE5CEA9D-837A-41B1-1BCC-0054EF99489A}" v="795" dt="2024-02-18T23:25:45.8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285" autoAdjust="0"/>
  </p:normalViewPr>
  <p:slideViewPr>
    <p:cSldViewPr snapToGrid="0">
      <p:cViewPr varScale="1">
        <p:scale>
          <a:sx n="62" d="100"/>
          <a:sy n="62" d="100"/>
        </p:scale>
        <p:origin x="145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mitry Boltyanskiy" userId="S::dimitribolt75@unm.edu::fe14e402-18c1-489d-bc65-28f0a082ca1b" providerId="AD" clId="Web-{6EDEA390-9F76-7979-B204-2B11328AEAB2}"/>
    <pc:docChg chg="addSld modSld sldOrd">
      <pc:chgData name="Dmitry Boltyanskiy" userId="S::dimitribolt75@unm.edu::fe14e402-18c1-489d-bc65-28f0a082ca1b" providerId="AD" clId="Web-{6EDEA390-9F76-7979-B204-2B11328AEAB2}" dt="2024-02-19T00:48:22.251" v="126" actId="20577"/>
      <pc:docMkLst>
        <pc:docMk/>
      </pc:docMkLst>
      <pc:sldChg chg="addSp delSp modSp mod modClrScheme delDesignElem chgLayout">
        <pc:chgData name="Dmitry Boltyanskiy" userId="S::dimitribolt75@unm.edu::fe14e402-18c1-489d-bc65-28f0a082ca1b" providerId="AD" clId="Web-{6EDEA390-9F76-7979-B204-2B11328AEAB2}" dt="2024-02-19T00:48:22.251" v="126" actId="20577"/>
        <pc:sldMkLst>
          <pc:docMk/>
          <pc:sldMk cId="412739805" sldId="266"/>
        </pc:sldMkLst>
        <pc:spChg chg="mod ord">
          <ac:chgData name="Dmitry Boltyanskiy" userId="S::dimitribolt75@unm.edu::fe14e402-18c1-489d-bc65-28f0a082ca1b" providerId="AD" clId="Web-{6EDEA390-9F76-7979-B204-2B11328AEAB2}" dt="2024-02-19T00:45:08.309" v="118" actId="20577"/>
          <ac:spMkLst>
            <pc:docMk/>
            <pc:sldMk cId="412739805" sldId="266"/>
            <ac:spMk id="2" creationId="{F974D7F0-5CC7-0471-313E-077CC59C0BB2}"/>
          </ac:spMkLst>
        </pc:spChg>
        <pc:spChg chg="add mod ord">
          <ac:chgData name="Dmitry Boltyanskiy" userId="S::dimitribolt75@unm.edu::fe14e402-18c1-489d-bc65-28f0a082ca1b" providerId="AD" clId="Web-{6EDEA390-9F76-7979-B204-2B11328AEAB2}" dt="2024-02-19T00:48:22.251" v="126" actId="20577"/>
          <ac:spMkLst>
            <pc:docMk/>
            <pc:sldMk cId="412739805" sldId="266"/>
            <ac:spMk id="3" creationId="{098A479E-8CC8-23E2-A211-26C40EEEBE04}"/>
          </ac:spMkLst>
        </pc:spChg>
        <pc:spChg chg="mod ord">
          <ac:chgData name="Dmitry Boltyanskiy" userId="S::dimitribolt75@unm.edu::fe14e402-18c1-489d-bc65-28f0a082ca1b" providerId="AD" clId="Web-{6EDEA390-9F76-7979-B204-2B11328AEAB2}" dt="2024-02-19T00:44:58.184" v="117"/>
          <ac:spMkLst>
            <pc:docMk/>
            <pc:sldMk cId="412739805" sldId="266"/>
            <ac:spMk id="5" creationId="{95DDE0C0-D033-18B7-D5E3-7C304A649708}"/>
          </ac:spMkLst>
        </pc:spChg>
        <pc:grpChg chg="del">
          <ac:chgData name="Dmitry Boltyanskiy" userId="S::dimitribolt75@unm.edu::fe14e402-18c1-489d-bc65-28f0a082ca1b" providerId="AD" clId="Web-{6EDEA390-9F76-7979-B204-2B11328AEAB2}" dt="2024-02-19T00:44:58.184" v="117"/>
          <ac:grpSpMkLst>
            <pc:docMk/>
            <pc:sldMk cId="412739805" sldId="266"/>
            <ac:grpSpMk id="72" creationId="{7E0FE442-FDE7-03A0-48D0-17C4325DB29D}"/>
          </ac:grpSpMkLst>
        </pc:grpChg>
        <pc:graphicFrameChg chg="mod ord modGraphic">
          <ac:chgData name="Dmitry Boltyanskiy" userId="S::dimitribolt75@unm.edu::fe14e402-18c1-489d-bc65-28f0a082ca1b" providerId="AD" clId="Web-{6EDEA390-9F76-7979-B204-2B11328AEAB2}" dt="2024-02-19T00:44:58.184" v="117"/>
          <ac:graphicFrameMkLst>
            <pc:docMk/>
            <pc:sldMk cId="412739805" sldId="266"/>
            <ac:graphicFrameMk id="6" creationId="{AAD67D5E-49CD-1DC8-7435-AC194E8ED94C}"/>
          </ac:graphicFrameMkLst>
        </pc:graphicFrameChg>
      </pc:sldChg>
      <pc:sldChg chg="modSp add ord replId">
        <pc:chgData name="Dmitry Boltyanskiy" userId="S::dimitribolt75@unm.edu::fe14e402-18c1-489d-bc65-28f0a082ca1b" providerId="AD" clId="Web-{6EDEA390-9F76-7979-B204-2B11328AEAB2}" dt="2024-02-19T00:34:38.313" v="15" actId="20577"/>
        <pc:sldMkLst>
          <pc:docMk/>
          <pc:sldMk cId="3865292946" sldId="271"/>
        </pc:sldMkLst>
        <pc:spChg chg="mod">
          <ac:chgData name="Dmitry Boltyanskiy" userId="S::dimitribolt75@unm.edu::fe14e402-18c1-489d-bc65-28f0a082ca1b" providerId="AD" clId="Web-{6EDEA390-9F76-7979-B204-2B11328AEAB2}" dt="2024-02-19T00:34:38.313" v="15" actId="20577"/>
          <ac:spMkLst>
            <pc:docMk/>
            <pc:sldMk cId="3865292946" sldId="271"/>
            <ac:spMk id="3" creationId="{27A61A61-BFD7-F4BD-F2EE-EA77EF2BF697}"/>
          </ac:spMkLst>
        </pc:spChg>
        <pc:picChg chg="mod">
          <ac:chgData name="Dmitry Boltyanskiy" userId="S::dimitribolt75@unm.edu::fe14e402-18c1-489d-bc65-28f0a082ca1b" providerId="AD" clId="Web-{6EDEA390-9F76-7979-B204-2B11328AEAB2}" dt="2024-02-19T00:30:19.715" v="2"/>
          <ac:picMkLst>
            <pc:docMk/>
            <pc:sldMk cId="3865292946" sldId="271"/>
            <ac:picMk id="6" creationId="{AAB68810-5825-67BC-0661-5C03DFE69028}"/>
          </ac:picMkLst>
        </pc:picChg>
      </pc:sldChg>
      <pc:sldChg chg="addSp delSp modSp new mod modClrScheme chgLayout">
        <pc:chgData name="Dmitry Boltyanskiy" userId="S::dimitribolt75@unm.edu::fe14e402-18c1-489d-bc65-28f0a082ca1b" providerId="AD" clId="Web-{6EDEA390-9F76-7979-B204-2B11328AEAB2}" dt="2024-02-19T00:44:07.605" v="116"/>
        <pc:sldMkLst>
          <pc:docMk/>
          <pc:sldMk cId="347559775" sldId="272"/>
        </pc:sldMkLst>
        <pc:spChg chg="mod ord">
          <ac:chgData name="Dmitry Boltyanskiy" userId="S::dimitribolt75@unm.edu::fe14e402-18c1-489d-bc65-28f0a082ca1b" providerId="AD" clId="Web-{6EDEA390-9F76-7979-B204-2B11328AEAB2}" dt="2024-02-19T00:41:43.634" v="45"/>
          <ac:spMkLst>
            <pc:docMk/>
            <pc:sldMk cId="347559775" sldId="272"/>
            <ac:spMk id="2" creationId="{D2A3C12A-A94D-767F-F523-F40F7DD686D4}"/>
          </ac:spMkLst>
        </pc:spChg>
        <pc:spChg chg="del mod ord">
          <ac:chgData name="Dmitry Boltyanskiy" userId="S::dimitribolt75@unm.edu::fe14e402-18c1-489d-bc65-28f0a082ca1b" providerId="AD" clId="Web-{6EDEA390-9F76-7979-B204-2B11328AEAB2}" dt="2024-02-19T00:41:53.462" v="46"/>
          <ac:spMkLst>
            <pc:docMk/>
            <pc:sldMk cId="347559775" sldId="272"/>
            <ac:spMk id="3" creationId="{71E0A195-F3AC-5484-2EAE-81A6E8E8AD13}"/>
          </ac:spMkLst>
        </pc:spChg>
        <pc:spChg chg="mod ord">
          <ac:chgData name="Dmitry Boltyanskiy" userId="S::dimitribolt75@unm.edu::fe14e402-18c1-489d-bc65-28f0a082ca1b" providerId="AD" clId="Web-{6EDEA390-9F76-7979-B204-2B11328AEAB2}" dt="2024-02-19T00:41:43.634" v="45"/>
          <ac:spMkLst>
            <pc:docMk/>
            <pc:sldMk cId="347559775" sldId="272"/>
            <ac:spMk id="4" creationId="{7AE466BD-36A3-E86D-1C0C-86F631BC112B}"/>
          </ac:spMkLst>
        </pc:spChg>
        <pc:spChg chg="mod ord">
          <ac:chgData name="Dmitry Boltyanskiy" userId="S::dimitribolt75@unm.edu::fe14e402-18c1-489d-bc65-28f0a082ca1b" providerId="AD" clId="Web-{6EDEA390-9F76-7979-B204-2B11328AEAB2}" dt="2024-02-19T00:41:43.634" v="45"/>
          <ac:spMkLst>
            <pc:docMk/>
            <pc:sldMk cId="347559775" sldId="272"/>
            <ac:spMk id="5" creationId="{8C1C34E4-3B9C-83CE-E524-2BC7E718527E}"/>
          </ac:spMkLst>
        </pc:spChg>
        <pc:graphicFrameChg chg="add del mod">
          <ac:chgData name="Dmitry Boltyanskiy" userId="S::dimitribolt75@unm.edu::fe14e402-18c1-489d-bc65-28f0a082ca1b" providerId="AD" clId="Web-{6EDEA390-9F76-7979-B204-2B11328AEAB2}" dt="2024-02-19T00:40:24.038" v="42"/>
          <ac:graphicFrameMkLst>
            <pc:docMk/>
            <pc:sldMk cId="347559775" sldId="272"/>
            <ac:graphicFrameMk id="7" creationId="{7CBAB093-A850-040D-D1C0-8741DC517D24}"/>
          </ac:graphicFrameMkLst>
        </pc:graphicFrameChg>
        <pc:graphicFrameChg chg="add del mod">
          <ac:chgData name="Dmitry Boltyanskiy" userId="S::dimitribolt75@unm.edu::fe14e402-18c1-489d-bc65-28f0a082ca1b" providerId="AD" clId="Web-{6EDEA390-9F76-7979-B204-2B11328AEAB2}" dt="2024-02-19T00:41:29.227" v="44"/>
          <ac:graphicFrameMkLst>
            <pc:docMk/>
            <pc:sldMk cId="347559775" sldId="272"/>
            <ac:graphicFrameMk id="9" creationId="{49FE45FA-DE1A-81C5-2D29-208B9C212857}"/>
          </ac:graphicFrameMkLst>
        </pc:graphicFrameChg>
        <pc:graphicFrameChg chg="add mod ord modGraphic">
          <ac:chgData name="Dmitry Boltyanskiy" userId="S::dimitribolt75@unm.edu::fe14e402-18c1-489d-bc65-28f0a082ca1b" providerId="AD" clId="Web-{6EDEA390-9F76-7979-B204-2B11328AEAB2}" dt="2024-02-19T00:44:07.605" v="116"/>
          <ac:graphicFrameMkLst>
            <pc:docMk/>
            <pc:sldMk cId="347559775" sldId="272"/>
            <ac:graphicFrameMk id="11" creationId="{00A88BB2-FAC7-D146-83BF-FA5F11F72CC4}"/>
          </ac:graphicFrameMkLst>
        </pc:graphicFrameChg>
      </pc:sldChg>
    </pc:docChg>
  </pc:docChgLst>
  <pc:docChgLst>
    <pc:chgData name="Guest User" userId="S::urn:spo:anon#81cf183f78d5b7fae9e659eeaa135ecd05b4fabfc7b888b9dfc305ffed0e9fd0::" providerId="AD" clId="Web-{73EDF389-4169-6812-559A-6CB5F47A4924}"/>
    <pc:docChg chg="modSld">
      <pc:chgData name="Guest User" userId="S::urn:spo:anon#81cf183f78d5b7fae9e659eeaa135ecd05b4fabfc7b888b9dfc305ffed0e9fd0::" providerId="AD" clId="Web-{73EDF389-4169-6812-559A-6CB5F47A4924}" dt="2024-02-19T04:16:04.844" v="134"/>
      <pc:docMkLst>
        <pc:docMk/>
      </pc:docMkLst>
      <pc:sldChg chg="modSp">
        <pc:chgData name="Guest User" userId="S::urn:spo:anon#81cf183f78d5b7fae9e659eeaa135ecd05b4fabfc7b888b9dfc305ffed0e9fd0::" providerId="AD" clId="Web-{73EDF389-4169-6812-559A-6CB5F47A4924}" dt="2024-02-19T03:31:46.673" v="11" actId="20577"/>
        <pc:sldMkLst>
          <pc:docMk/>
          <pc:sldMk cId="109857222" sldId="256"/>
        </pc:sldMkLst>
        <pc:spChg chg="mod">
          <ac:chgData name="Guest User" userId="S::urn:spo:anon#81cf183f78d5b7fae9e659eeaa135ecd05b4fabfc7b888b9dfc305ffed0e9fd0::" providerId="AD" clId="Web-{73EDF389-4169-6812-559A-6CB5F47A4924}" dt="2024-02-19T03:31:46.673" v="11" actId="20577"/>
          <ac:spMkLst>
            <pc:docMk/>
            <pc:sldMk cId="109857222" sldId="256"/>
            <ac:spMk id="3" creationId="{00000000-0000-0000-0000-000000000000}"/>
          </ac:spMkLst>
        </pc:spChg>
      </pc:sldChg>
      <pc:sldChg chg="modNotes">
        <pc:chgData name="Guest User" userId="S::urn:spo:anon#81cf183f78d5b7fae9e659eeaa135ecd05b4fabfc7b888b9dfc305ffed0e9fd0::" providerId="AD" clId="Web-{73EDF389-4169-6812-559A-6CB5F47A4924}" dt="2024-02-19T03:38:30.546" v="60"/>
        <pc:sldMkLst>
          <pc:docMk/>
          <pc:sldMk cId="1148228035" sldId="257"/>
        </pc:sldMkLst>
      </pc:sldChg>
      <pc:sldChg chg="modNotes">
        <pc:chgData name="Guest User" userId="S::urn:spo:anon#81cf183f78d5b7fae9e659eeaa135ecd05b4fabfc7b888b9dfc305ffed0e9fd0::" providerId="AD" clId="Web-{73EDF389-4169-6812-559A-6CB5F47A4924}" dt="2024-02-19T04:16:04.844" v="134"/>
        <pc:sldMkLst>
          <pc:docMk/>
          <pc:sldMk cId="412739805" sldId="266"/>
        </pc:sldMkLst>
      </pc:sldChg>
      <pc:sldChg chg="modNotes">
        <pc:chgData name="Guest User" userId="S::urn:spo:anon#81cf183f78d5b7fae9e659eeaa135ecd05b4fabfc7b888b9dfc305ffed0e9fd0::" providerId="AD" clId="Web-{73EDF389-4169-6812-559A-6CB5F47A4924}" dt="2024-02-19T04:00:31.797" v="95"/>
        <pc:sldMkLst>
          <pc:docMk/>
          <pc:sldMk cId="2919589072" sldId="267"/>
        </pc:sldMkLst>
      </pc:sldChg>
    </pc:docChg>
  </pc:docChgLst>
  <pc:docChgLst>
    <pc:chgData name="Dmitry Boltyanskiy" userId="S::dimitribolt75@unm.edu::fe14e402-18c1-489d-bc65-28f0a082ca1b" providerId="AD" clId="Web-{106E4F3E-E34D-4C5D-B485-73C40049E4D7}"/>
    <pc:docChg chg="modSld">
      <pc:chgData name="Dmitry Boltyanskiy" userId="S::dimitribolt75@unm.edu::fe14e402-18c1-489d-bc65-28f0a082ca1b" providerId="AD" clId="Web-{106E4F3E-E34D-4C5D-B485-73C40049E4D7}" dt="2024-02-15T20:14:39.125" v="2" actId="20577"/>
      <pc:docMkLst>
        <pc:docMk/>
      </pc:docMkLst>
      <pc:sldChg chg="modSp">
        <pc:chgData name="Dmitry Boltyanskiy" userId="S::dimitribolt75@unm.edu::fe14e402-18c1-489d-bc65-28f0a082ca1b" providerId="AD" clId="Web-{106E4F3E-E34D-4C5D-B485-73C40049E4D7}" dt="2024-02-15T20:14:39.125" v="2" actId="20577"/>
        <pc:sldMkLst>
          <pc:docMk/>
          <pc:sldMk cId="109857222" sldId="256"/>
        </pc:sldMkLst>
        <pc:spChg chg="mod">
          <ac:chgData name="Dmitry Boltyanskiy" userId="S::dimitribolt75@unm.edu::fe14e402-18c1-489d-bc65-28f0a082ca1b" providerId="AD" clId="Web-{106E4F3E-E34D-4C5D-B485-73C40049E4D7}" dt="2024-02-15T20:14:39.125" v="2" actId="20577"/>
          <ac:spMkLst>
            <pc:docMk/>
            <pc:sldMk cId="109857222" sldId="256"/>
            <ac:spMk id="2" creationId="{00000000-0000-0000-0000-000000000000}"/>
          </ac:spMkLst>
        </pc:spChg>
      </pc:sldChg>
    </pc:docChg>
  </pc:docChgLst>
  <pc:docChgLst>
    <pc:chgData name="Dmitry Boltyanskiy" userId="S::dimitribolt75@unm.edu::fe14e402-18c1-489d-bc65-28f0a082ca1b" providerId="AD" clId="Web-{83461933-6164-857D-3CD2-625985B8B3D0}"/>
    <pc:docChg chg="modSld">
      <pc:chgData name="Dmitry Boltyanskiy" userId="S::dimitribolt75@unm.edu::fe14e402-18c1-489d-bc65-28f0a082ca1b" providerId="AD" clId="Web-{83461933-6164-857D-3CD2-625985B8B3D0}" dt="2024-02-19T06:30:07.261" v="2343"/>
      <pc:docMkLst>
        <pc:docMk/>
      </pc:docMkLst>
      <pc:sldChg chg="modSp modNotes">
        <pc:chgData name="Dmitry Boltyanskiy" userId="S::dimitribolt75@unm.edu::fe14e402-18c1-489d-bc65-28f0a082ca1b" providerId="AD" clId="Web-{83461933-6164-857D-3CD2-625985B8B3D0}" dt="2024-02-19T05:20:30.861" v="796"/>
        <pc:sldMkLst>
          <pc:docMk/>
          <pc:sldMk cId="109857222" sldId="256"/>
        </pc:sldMkLst>
        <pc:spChg chg="mod">
          <ac:chgData name="Dmitry Boltyanskiy" userId="S::dimitribolt75@unm.edu::fe14e402-18c1-489d-bc65-28f0a082ca1b" providerId="AD" clId="Web-{83461933-6164-857D-3CD2-625985B8B3D0}" dt="2024-02-19T03:25:18.642" v="115" actId="20577"/>
          <ac:spMkLst>
            <pc:docMk/>
            <pc:sldMk cId="109857222" sldId="256"/>
            <ac:spMk id="3" creationId="{00000000-0000-0000-0000-000000000000}"/>
          </ac:spMkLst>
        </pc:spChg>
      </pc:sldChg>
      <pc:sldChg chg="modSp modNotes">
        <pc:chgData name="Dmitry Boltyanskiy" userId="S::dimitribolt75@unm.edu::fe14e402-18c1-489d-bc65-28f0a082ca1b" providerId="AD" clId="Web-{83461933-6164-857D-3CD2-625985B8B3D0}" dt="2024-02-19T05:21:14.737" v="800"/>
        <pc:sldMkLst>
          <pc:docMk/>
          <pc:sldMk cId="1148228035" sldId="257"/>
        </pc:sldMkLst>
        <pc:spChg chg="mod">
          <ac:chgData name="Dmitry Boltyanskiy" userId="S::dimitribolt75@unm.edu::fe14e402-18c1-489d-bc65-28f0a082ca1b" providerId="AD" clId="Web-{83461933-6164-857D-3CD2-625985B8B3D0}" dt="2024-02-19T03:06:39.410" v="18" actId="20577"/>
          <ac:spMkLst>
            <pc:docMk/>
            <pc:sldMk cId="1148228035" sldId="257"/>
            <ac:spMk id="3" creationId="{B04767B0-D30B-3A40-CF1C-36E36A2D57E6}"/>
          </ac:spMkLst>
        </pc:spChg>
      </pc:sldChg>
      <pc:sldChg chg="modNotes">
        <pc:chgData name="Dmitry Boltyanskiy" userId="S::dimitribolt75@unm.edu::fe14e402-18c1-489d-bc65-28f0a082ca1b" providerId="AD" clId="Web-{83461933-6164-857D-3CD2-625985B8B3D0}" dt="2024-02-19T06:30:07.261" v="2343"/>
        <pc:sldMkLst>
          <pc:docMk/>
          <pc:sldMk cId="4025410187" sldId="258"/>
        </pc:sldMkLst>
      </pc:sldChg>
      <pc:sldChg chg="modNotes">
        <pc:chgData name="Dmitry Boltyanskiy" userId="S::dimitribolt75@unm.edu::fe14e402-18c1-489d-bc65-28f0a082ca1b" providerId="AD" clId="Web-{83461933-6164-857D-3CD2-625985B8B3D0}" dt="2024-02-19T05:08:53.728" v="508"/>
        <pc:sldMkLst>
          <pc:docMk/>
          <pc:sldMk cId="4021928519" sldId="260"/>
        </pc:sldMkLst>
      </pc:sldChg>
      <pc:sldChg chg="modNotes">
        <pc:chgData name="Dmitry Boltyanskiy" userId="S::dimitribolt75@unm.edu::fe14e402-18c1-489d-bc65-28f0a082ca1b" providerId="AD" clId="Web-{83461933-6164-857D-3CD2-625985B8B3D0}" dt="2024-02-19T05:12:45.746" v="597"/>
        <pc:sldMkLst>
          <pc:docMk/>
          <pc:sldMk cId="1886967937" sldId="261"/>
        </pc:sldMkLst>
      </pc:sldChg>
      <pc:sldChg chg="modNotes">
        <pc:chgData name="Dmitry Boltyanskiy" userId="S::dimitribolt75@unm.edu::fe14e402-18c1-489d-bc65-28f0a082ca1b" providerId="AD" clId="Web-{83461933-6164-857D-3CD2-625985B8B3D0}" dt="2024-02-19T05:15:28.889" v="684"/>
        <pc:sldMkLst>
          <pc:docMk/>
          <pc:sldMk cId="686260785" sldId="262"/>
        </pc:sldMkLst>
      </pc:sldChg>
      <pc:sldChg chg="modNotes">
        <pc:chgData name="Dmitry Boltyanskiy" userId="S::dimitribolt75@unm.edu::fe14e402-18c1-489d-bc65-28f0a082ca1b" providerId="AD" clId="Web-{83461933-6164-857D-3CD2-625985B8B3D0}" dt="2024-02-19T05:28:15.179" v="967"/>
        <pc:sldMkLst>
          <pc:docMk/>
          <pc:sldMk cId="3845657461" sldId="263"/>
        </pc:sldMkLst>
      </pc:sldChg>
      <pc:sldChg chg="modNotes">
        <pc:chgData name="Dmitry Boltyanskiy" userId="S::dimitribolt75@unm.edu::fe14e402-18c1-489d-bc65-28f0a082ca1b" providerId="AD" clId="Web-{83461933-6164-857D-3CD2-625985B8B3D0}" dt="2024-02-19T05:28:59.273" v="994"/>
        <pc:sldMkLst>
          <pc:docMk/>
          <pc:sldMk cId="988844741" sldId="264"/>
        </pc:sldMkLst>
      </pc:sldChg>
      <pc:sldChg chg="addSp modSp modNotes">
        <pc:chgData name="Dmitry Boltyanskiy" userId="S::dimitribolt75@unm.edu::fe14e402-18c1-489d-bc65-28f0a082ca1b" providerId="AD" clId="Web-{83461933-6164-857D-3CD2-625985B8B3D0}" dt="2024-02-19T05:54:50.851" v="1422"/>
        <pc:sldMkLst>
          <pc:docMk/>
          <pc:sldMk cId="2115482329" sldId="265"/>
        </pc:sldMkLst>
        <pc:spChg chg="mod">
          <ac:chgData name="Dmitry Boltyanskiy" userId="S::dimitribolt75@unm.edu::fe14e402-18c1-489d-bc65-28f0a082ca1b" providerId="AD" clId="Web-{83461933-6164-857D-3CD2-625985B8B3D0}" dt="2024-02-19T05:53:27.756" v="1380" actId="1076"/>
          <ac:spMkLst>
            <pc:docMk/>
            <pc:sldMk cId="2115482329" sldId="265"/>
            <ac:spMk id="2" creationId="{EB750595-6CB3-63E4-255A-F87669BFB744}"/>
          </ac:spMkLst>
        </pc:spChg>
        <pc:picChg chg="add mod">
          <ac:chgData name="Dmitry Boltyanskiy" userId="S::dimitribolt75@unm.edu::fe14e402-18c1-489d-bc65-28f0a082ca1b" providerId="AD" clId="Web-{83461933-6164-857D-3CD2-625985B8B3D0}" dt="2024-02-19T03:17:15.652" v="109" actId="1076"/>
          <ac:picMkLst>
            <pc:docMk/>
            <pc:sldMk cId="2115482329" sldId="265"/>
            <ac:picMk id="7" creationId="{9A09A94C-EB5D-014A-5BD2-67E333C336E4}"/>
          </ac:picMkLst>
        </pc:picChg>
      </pc:sldChg>
      <pc:sldChg chg="modNotes">
        <pc:chgData name="Dmitry Boltyanskiy" userId="S::dimitribolt75@unm.edu::fe14e402-18c1-489d-bc65-28f0a082ca1b" providerId="AD" clId="Web-{83461933-6164-857D-3CD2-625985B8B3D0}" dt="2024-02-19T06:12:34.343" v="1972"/>
        <pc:sldMkLst>
          <pc:docMk/>
          <pc:sldMk cId="412739805" sldId="266"/>
        </pc:sldMkLst>
      </pc:sldChg>
      <pc:sldChg chg="modSp modNotes">
        <pc:chgData name="Dmitry Boltyanskiy" userId="S::dimitribolt75@unm.edu::fe14e402-18c1-489d-bc65-28f0a082ca1b" providerId="AD" clId="Web-{83461933-6164-857D-3CD2-625985B8B3D0}" dt="2024-02-19T06:13:33.703" v="1991"/>
        <pc:sldMkLst>
          <pc:docMk/>
          <pc:sldMk cId="2919589072" sldId="267"/>
        </pc:sldMkLst>
        <pc:spChg chg="mod">
          <ac:chgData name="Dmitry Boltyanskiy" userId="S::dimitribolt75@unm.edu::fe14e402-18c1-489d-bc65-28f0a082ca1b" providerId="AD" clId="Web-{83461933-6164-857D-3CD2-625985B8B3D0}" dt="2024-02-19T03:59:07.926" v="180" actId="20577"/>
          <ac:spMkLst>
            <pc:docMk/>
            <pc:sldMk cId="2919589072" sldId="267"/>
            <ac:spMk id="2" creationId="{EB661C65-8006-6B61-7F5B-12FFA655789D}"/>
          </ac:spMkLst>
        </pc:spChg>
      </pc:sldChg>
      <pc:sldChg chg="addSp modSp">
        <pc:chgData name="Dmitry Boltyanskiy" userId="S::dimitribolt75@unm.edu::fe14e402-18c1-489d-bc65-28f0a082ca1b" providerId="AD" clId="Web-{83461933-6164-857D-3CD2-625985B8B3D0}" dt="2024-02-19T06:14:19.063" v="1994" actId="14100"/>
        <pc:sldMkLst>
          <pc:docMk/>
          <pc:sldMk cId="3292459433" sldId="268"/>
        </pc:sldMkLst>
        <pc:spChg chg="mod">
          <ac:chgData name="Dmitry Boltyanskiy" userId="S::dimitribolt75@unm.edu::fe14e402-18c1-489d-bc65-28f0a082ca1b" providerId="AD" clId="Web-{83461933-6164-857D-3CD2-625985B8B3D0}" dt="2024-02-19T06:14:19.063" v="1994" actId="14100"/>
          <ac:spMkLst>
            <pc:docMk/>
            <pc:sldMk cId="3292459433" sldId="268"/>
            <ac:spMk id="3" creationId="{923CECDE-391F-4DC7-48E6-218A08C17342}"/>
          </ac:spMkLst>
        </pc:spChg>
        <pc:graphicFrameChg chg="modGraphic">
          <ac:chgData name="Dmitry Boltyanskiy" userId="S::dimitribolt75@unm.edu::fe14e402-18c1-489d-bc65-28f0a082ca1b" providerId="AD" clId="Web-{83461933-6164-857D-3CD2-625985B8B3D0}" dt="2024-02-19T04:05:07.260" v="202"/>
          <ac:graphicFrameMkLst>
            <pc:docMk/>
            <pc:sldMk cId="3292459433" sldId="268"/>
            <ac:graphicFrameMk id="7" creationId="{9AD88B0B-6CA9-6D67-261B-A06580072032}"/>
          </ac:graphicFrameMkLst>
        </pc:graphicFrameChg>
        <pc:picChg chg="add mod">
          <ac:chgData name="Dmitry Boltyanskiy" userId="S::dimitribolt75@unm.edu::fe14e402-18c1-489d-bc65-28f0a082ca1b" providerId="AD" clId="Web-{83461933-6164-857D-3CD2-625985B8B3D0}" dt="2024-02-19T04:04:27.838" v="201" actId="1076"/>
          <ac:picMkLst>
            <pc:docMk/>
            <pc:sldMk cId="3292459433" sldId="268"/>
            <ac:picMk id="6" creationId="{7B193BA7-671F-1BF5-15DF-8655FFE3759E}"/>
          </ac:picMkLst>
        </pc:picChg>
      </pc:sldChg>
      <pc:sldChg chg="modSp modNotes">
        <pc:chgData name="Dmitry Boltyanskiy" userId="S::dimitribolt75@unm.edu::fe14e402-18c1-489d-bc65-28f0a082ca1b" providerId="AD" clId="Web-{83461933-6164-857D-3CD2-625985B8B3D0}" dt="2024-02-19T06:22:01.599" v="2121"/>
        <pc:sldMkLst>
          <pc:docMk/>
          <pc:sldMk cId="529053169" sldId="269"/>
        </pc:sldMkLst>
        <pc:spChg chg="mod">
          <ac:chgData name="Dmitry Boltyanskiy" userId="S::dimitribolt75@unm.edu::fe14e402-18c1-489d-bc65-28f0a082ca1b" providerId="AD" clId="Web-{83461933-6164-857D-3CD2-625985B8B3D0}" dt="2024-02-19T04:02:57.538" v="200" actId="20577"/>
          <ac:spMkLst>
            <pc:docMk/>
            <pc:sldMk cId="529053169" sldId="269"/>
            <ac:spMk id="4" creationId="{9126DF9D-A48D-4833-3AEA-78208DB2DB67}"/>
          </ac:spMkLst>
        </pc:spChg>
        <pc:graphicFrameChg chg="mod modGraphic">
          <ac:chgData name="Dmitry Boltyanskiy" userId="S::dimitribolt75@unm.edu::fe14e402-18c1-489d-bc65-28f0a082ca1b" providerId="AD" clId="Web-{83461933-6164-857D-3CD2-625985B8B3D0}" dt="2024-02-19T06:20:37.348" v="2093"/>
          <ac:graphicFrameMkLst>
            <pc:docMk/>
            <pc:sldMk cId="529053169" sldId="269"/>
            <ac:graphicFrameMk id="6" creationId="{72248BD0-F3B6-3DF0-F6E9-46F4B64BA35A}"/>
          </ac:graphicFrameMkLst>
        </pc:graphicFrameChg>
      </pc:sldChg>
      <pc:sldChg chg="modNotes">
        <pc:chgData name="Dmitry Boltyanskiy" userId="S::dimitribolt75@unm.edu::fe14e402-18c1-489d-bc65-28f0a082ca1b" providerId="AD" clId="Web-{83461933-6164-857D-3CD2-625985B8B3D0}" dt="2024-02-19T05:55:51.732" v="1428"/>
        <pc:sldMkLst>
          <pc:docMk/>
          <pc:sldMk cId="3865292946" sldId="271"/>
        </pc:sldMkLst>
      </pc:sldChg>
    </pc:docChg>
  </pc:docChgLst>
  <pc:docChgLst>
    <pc:chgData name="Dmitry Boltyanskiy" userId="S::dimitribolt75@unm.edu::fe14e402-18c1-489d-bc65-28f0a082ca1b" providerId="AD" clId="Web-{13A9DEA7-39B4-005C-3156-C7BEA840A8CD}"/>
    <pc:docChg chg="addSld delSld modSld">
      <pc:chgData name="Dmitry Boltyanskiy" userId="S::dimitribolt75@unm.edu::fe14e402-18c1-489d-bc65-28f0a082ca1b" providerId="AD" clId="Web-{13A9DEA7-39B4-005C-3156-C7BEA840A8CD}" dt="2024-02-18T20:34:20.837" v="389" actId="20577"/>
      <pc:docMkLst>
        <pc:docMk/>
      </pc:docMkLst>
      <pc:sldChg chg="modSp">
        <pc:chgData name="Dmitry Boltyanskiy" userId="S::dimitribolt75@unm.edu::fe14e402-18c1-489d-bc65-28f0a082ca1b" providerId="AD" clId="Web-{13A9DEA7-39B4-005C-3156-C7BEA840A8CD}" dt="2024-02-18T19:00:36.663" v="205" actId="20577"/>
        <pc:sldMkLst>
          <pc:docMk/>
          <pc:sldMk cId="4025410187" sldId="258"/>
        </pc:sldMkLst>
        <pc:spChg chg="mod">
          <ac:chgData name="Dmitry Boltyanskiy" userId="S::dimitribolt75@unm.edu::fe14e402-18c1-489d-bc65-28f0a082ca1b" providerId="AD" clId="Web-{13A9DEA7-39B4-005C-3156-C7BEA840A8CD}" dt="2024-02-18T18:51:19.627" v="22" actId="20577"/>
          <ac:spMkLst>
            <pc:docMk/>
            <pc:sldMk cId="4025410187" sldId="258"/>
            <ac:spMk id="2" creationId="{F7A19673-E743-831E-6A0F-F822058DF1C8}"/>
          </ac:spMkLst>
        </pc:spChg>
        <pc:spChg chg="mod">
          <ac:chgData name="Dmitry Boltyanskiy" userId="S::dimitribolt75@unm.edu::fe14e402-18c1-489d-bc65-28f0a082ca1b" providerId="AD" clId="Web-{13A9DEA7-39B4-005C-3156-C7BEA840A8CD}" dt="2024-02-18T19:00:36.663" v="205" actId="20577"/>
          <ac:spMkLst>
            <pc:docMk/>
            <pc:sldMk cId="4025410187" sldId="258"/>
            <ac:spMk id="84" creationId="{C2CE6058-7D18-6C01-EF9B-B24F4E8AB5D7}"/>
          </ac:spMkLst>
        </pc:spChg>
      </pc:sldChg>
      <pc:sldChg chg="del">
        <pc:chgData name="Dmitry Boltyanskiy" userId="S::dimitribolt75@unm.edu::fe14e402-18c1-489d-bc65-28f0a082ca1b" providerId="AD" clId="Web-{13A9DEA7-39B4-005C-3156-C7BEA840A8CD}" dt="2024-02-18T19:13:26.527" v="206"/>
        <pc:sldMkLst>
          <pc:docMk/>
          <pc:sldMk cId="4026493950" sldId="259"/>
        </pc:sldMkLst>
      </pc:sldChg>
      <pc:sldChg chg="modSp">
        <pc:chgData name="Dmitry Boltyanskiy" userId="S::dimitribolt75@unm.edu::fe14e402-18c1-489d-bc65-28f0a082ca1b" providerId="AD" clId="Web-{13A9DEA7-39B4-005C-3156-C7BEA840A8CD}" dt="2024-02-18T18:50:34.704" v="12" actId="20577"/>
        <pc:sldMkLst>
          <pc:docMk/>
          <pc:sldMk cId="4021928519" sldId="260"/>
        </pc:sldMkLst>
        <pc:spChg chg="mod">
          <ac:chgData name="Dmitry Boltyanskiy" userId="S::dimitribolt75@unm.edu::fe14e402-18c1-489d-bc65-28f0a082ca1b" providerId="AD" clId="Web-{13A9DEA7-39B4-005C-3156-C7BEA840A8CD}" dt="2024-02-18T18:50:34.704" v="12" actId="20577"/>
          <ac:spMkLst>
            <pc:docMk/>
            <pc:sldMk cId="4021928519" sldId="260"/>
            <ac:spMk id="4" creationId="{00EAFCEA-A951-7B9D-A07D-059F03CF5370}"/>
          </ac:spMkLst>
        </pc:spChg>
      </pc:sldChg>
      <pc:sldChg chg="addSp delSp modSp new mod modClrScheme chgLayout">
        <pc:chgData name="Dmitry Boltyanskiy" userId="S::dimitribolt75@unm.edu::fe14e402-18c1-489d-bc65-28f0a082ca1b" providerId="AD" clId="Web-{13A9DEA7-39B4-005C-3156-C7BEA840A8CD}" dt="2024-02-18T19:36:46.726" v="345"/>
        <pc:sldMkLst>
          <pc:docMk/>
          <pc:sldMk cId="1886967937" sldId="261"/>
        </pc:sldMkLst>
        <pc:spChg chg="mod ord">
          <ac:chgData name="Dmitry Boltyanskiy" userId="S::dimitribolt75@unm.edu::fe14e402-18c1-489d-bc65-28f0a082ca1b" providerId="AD" clId="Web-{13A9DEA7-39B4-005C-3156-C7BEA840A8CD}" dt="2024-02-18T19:29:06.770" v="235" actId="20577"/>
          <ac:spMkLst>
            <pc:docMk/>
            <pc:sldMk cId="1886967937" sldId="261"/>
            <ac:spMk id="2" creationId="{73688442-D294-D1C1-5B89-8CF7B0624DAD}"/>
          </ac:spMkLst>
        </pc:spChg>
        <pc:spChg chg="add del mod ord">
          <ac:chgData name="Dmitry Boltyanskiy" userId="S::dimitribolt75@unm.edu::fe14e402-18c1-489d-bc65-28f0a082ca1b" providerId="AD" clId="Web-{13A9DEA7-39B4-005C-3156-C7BEA840A8CD}" dt="2024-02-18T19:32:46.318" v="262"/>
          <ac:spMkLst>
            <pc:docMk/>
            <pc:sldMk cId="1886967937" sldId="261"/>
            <ac:spMk id="3" creationId="{1F7488FB-3D7D-6DB8-5928-208E403E1A0A}"/>
          </ac:spMkLst>
        </pc:spChg>
        <pc:spChg chg="add mod ord">
          <ac:chgData name="Dmitry Boltyanskiy" userId="S::dimitribolt75@unm.edu::fe14e402-18c1-489d-bc65-28f0a082ca1b" providerId="AD" clId="Web-{13A9DEA7-39B4-005C-3156-C7BEA840A8CD}" dt="2024-02-18T19:27:40.207" v="231" actId="20577"/>
          <ac:spMkLst>
            <pc:docMk/>
            <pc:sldMk cId="1886967937" sldId="261"/>
            <ac:spMk id="4" creationId="{5CBCE27D-3B63-C18D-9790-74E0BE323B88}"/>
          </ac:spMkLst>
        </pc:spChg>
        <pc:spChg chg="add mod ord">
          <ac:chgData name="Dmitry Boltyanskiy" userId="S::dimitribolt75@unm.edu::fe14e402-18c1-489d-bc65-28f0a082ca1b" providerId="AD" clId="Web-{13A9DEA7-39B4-005C-3156-C7BEA840A8CD}" dt="2024-02-18T19:27:59.613" v="233" actId="20577"/>
          <ac:spMkLst>
            <pc:docMk/>
            <pc:sldMk cId="1886967937" sldId="261"/>
            <ac:spMk id="5" creationId="{C08A0606-535A-E6F3-2EC7-A2CB8AD27CC4}"/>
          </ac:spMkLst>
        </pc:spChg>
        <pc:spChg chg="add del mod ord">
          <ac:chgData name="Dmitry Boltyanskiy" userId="S::dimitribolt75@unm.edu::fe14e402-18c1-489d-bc65-28f0a082ca1b" providerId="AD" clId="Web-{13A9DEA7-39B4-005C-3156-C7BEA840A8CD}" dt="2024-02-18T19:35:15.851" v="301"/>
          <ac:spMkLst>
            <pc:docMk/>
            <pc:sldMk cId="1886967937" sldId="261"/>
            <ac:spMk id="6" creationId="{E01969D2-4D0F-26F0-3593-D489F6D9C2B3}"/>
          </ac:spMkLst>
        </pc:spChg>
        <pc:graphicFrameChg chg="add del mod ord modGraphic">
          <ac:chgData name="Dmitry Boltyanskiy" userId="S::dimitribolt75@unm.edu::fe14e402-18c1-489d-bc65-28f0a082ca1b" providerId="AD" clId="Web-{13A9DEA7-39B4-005C-3156-C7BEA840A8CD}" dt="2024-02-18T19:30:01.676" v="239"/>
          <ac:graphicFrameMkLst>
            <pc:docMk/>
            <pc:sldMk cId="1886967937" sldId="261"/>
            <ac:graphicFrameMk id="7" creationId="{838A1857-B643-5F22-D064-F992D564DA9C}"/>
          </ac:graphicFrameMkLst>
        </pc:graphicFrameChg>
        <pc:graphicFrameChg chg="add del mod ord modGraphic">
          <ac:chgData name="Dmitry Boltyanskiy" userId="S::dimitribolt75@unm.edu::fe14e402-18c1-489d-bc65-28f0a082ca1b" providerId="AD" clId="Web-{13A9DEA7-39B4-005C-3156-C7BEA840A8CD}" dt="2024-02-18T19:29:58.567" v="238"/>
          <ac:graphicFrameMkLst>
            <pc:docMk/>
            <pc:sldMk cId="1886967937" sldId="261"/>
            <ac:graphicFrameMk id="9" creationId="{07F0F3A8-2531-6BD8-75E5-8F04EF51CCE2}"/>
          </ac:graphicFrameMkLst>
        </pc:graphicFrameChg>
        <pc:graphicFrameChg chg="add del mod ord modGraphic">
          <ac:chgData name="Dmitry Boltyanskiy" userId="S::dimitribolt75@unm.edu::fe14e402-18c1-489d-bc65-28f0a082ca1b" providerId="AD" clId="Web-{13A9DEA7-39B4-005C-3156-C7BEA840A8CD}" dt="2024-02-18T19:31:01.021" v="249"/>
          <ac:graphicFrameMkLst>
            <pc:docMk/>
            <pc:sldMk cId="1886967937" sldId="261"/>
            <ac:graphicFrameMk id="11" creationId="{D7A92A11-EE59-1A80-2E37-43BB1CD51B56}"/>
          </ac:graphicFrameMkLst>
        </pc:graphicFrameChg>
        <pc:graphicFrameChg chg="add del mod ord modGraphic">
          <ac:chgData name="Dmitry Boltyanskiy" userId="S::dimitribolt75@unm.edu::fe14e402-18c1-489d-bc65-28f0a082ca1b" providerId="AD" clId="Web-{13A9DEA7-39B4-005C-3156-C7BEA840A8CD}" dt="2024-02-18T19:32:23.381" v="259"/>
          <ac:graphicFrameMkLst>
            <pc:docMk/>
            <pc:sldMk cId="1886967937" sldId="261"/>
            <ac:graphicFrameMk id="13" creationId="{E26EE5AF-79A2-B1B2-498D-AC5F991FBE2E}"/>
          </ac:graphicFrameMkLst>
        </pc:graphicFrameChg>
        <pc:graphicFrameChg chg="add mod ord modGraphic">
          <ac:chgData name="Dmitry Boltyanskiy" userId="S::dimitribolt75@unm.edu::fe14e402-18c1-489d-bc65-28f0a082ca1b" providerId="AD" clId="Web-{13A9DEA7-39B4-005C-3156-C7BEA840A8CD}" dt="2024-02-18T19:35:34.257" v="307"/>
          <ac:graphicFrameMkLst>
            <pc:docMk/>
            <pc:sldMk cId="1886967937" sldId="261"/>
            <ac:graphicFrameMk id="15" creationId="{1E78220E-589B-DFC9-9AD7-82205350AE8E}"/>
          </ac:graphicFrameMkLst>
        </pc:graphicFrameChg>
        <pc:graphicFrameChg chg="add mod ord modGraphic">
          <ac:chgData name="Dmitry Boltyanskiy" userId="S::dimitribolt75@unm.edu::fe14e402-18c1-489d-bc65-28f0a082ca1b" providerId="AD" clId="Web-{13A9DEA7-39B4-005C-3156-C7BEA840A8CD}" dt="2024-02-18T19:36:46.726" v="345"/>
          <ac:graphicFrameMkLst>
            <pc:docMk/>
            <pc:sldMk cId="1886967937" sldId="261"/>
            <ac:graphicFrameMk id="17" creationId="{45611AAC-40E7-7EC9-A0B5-B7B4B062DFB8}"/>
          </ac:graphicFrameMkLst>
        </pc:graphicFrameChg>
      </pc:sldChg>
      <pc:sldChg chg="addSp delSp modSp new mod setBg modClrScheme chgLayout">
        <pc:chgData name="Dmitry Boltyanskiy" userId="S::dimitribolt75@unm.edu::fe14e402-18c1-489d-bc65-28f0a082ca1b" providerId="AD" clId="Web-{13A9DEA7-39B4-005C-3156-C7BEA840A8CD}" dt="2024-02-18T20:34:20.837" v="389" actId="20577"/>
        <pc:sldMkLst>
          <pc:docMk/>
          <pc:sldMk cId="686260785" sldId="262"/>
        </pc:sldMkLst>
        <pc:spChg chg="mod ord">
          <ac:chgData name="Dmitry Boltyanskiy" userId="S::dimitribolt75@unm.edu::fe14e402-18c1-489d-bc65-28f0a082ca1b" providerId="AD" clId="Web-{13A9DEA7-39B4-005C-3156-C7BEA840A8CD}" dt="2024-02-18T19:40:55.478" v="364"/>
          <ac:spMkLst>
            <pc:docMk/>
            <pc:sldMk cId="686260785" sldId="262"/>
            <ac:spMk id="2" creationId="{B4CBBF52-ADC9-F4BE-670E-71BC229379EA}"/>
          </ac:spMkLst>
        </pc:spChg>
        <pc:spChg chg="mod ord">
          <ac:chgData name="Dmitry Boltyanskiy" userId="S::dimitribolt75@unm.edu::fe14e402-18c1-489d-bc65-28f0a082ca1b" providerId="AD" clId="Web-{13A9DEA7-39B4-005C-3156-C7BEA840A8CD}" dt="2024-02-18T20:34:20.837" v="389" actId="20577"/>
          <ac:spMkLst>
            <pc:docMk/>
            <pc:sldMk cId="686260785" sldId="262"/>
            <ac:spMk id="3" creationId="{428A23CB-4B2D-20CB-1C22-639A585BA434}"/>
          </ac:spMkLst>
        </pc:spChg>
        <pc:spChg chg="del mod ord">
          <ac:chgData name="Dmitry Boltyanskiy" userId="S::dimitribolt75@unm.edu::fe14e402-18c1-489d-bc65-28f0a082ca1b" providerId="AD" clId="Web-{13A9DEA7-39B4-005C-3156-C7BEA840A8CD}" dt="2024-02-18T19:40:12.228" v="355"/>
          <ac:spMkLst>
            <pc:docMk/>
            <pc:sldMk cId="686260785" sldId="262"/>
            <ac:spMk id="4" creationId="{A374C252-A1BF-B573-895A-012EA4DDA471}"/>
          </ac:spMkLst>
        </pc:spChg>
        <pc:spChg chg="del">
          <ac:chgData name="Dmitry Boltyanskiy" userId="S::dimitribolt75@unm.edu::fe14e402-18c1-489d-bc65-28f0a082ca1b" providerId="AD" clId="Web-{13A9DEA7-39B4-005C-3156-C7BEA840A8CD}" dt="2024-02-18T19:38:15.946" v="347"/>
          <ac:spMkLst>
            <pc:docMk/>
            <pc:sldMk cId="686260785" sldId="262"/>
            <ac:spMk id="5" creationId="{61FD1438-017E-CBA0-2719-F0EB59562A93}"/>
          </ac:spMkLst>
        </pc:spChg>
        <pc:spChg chg="del">
          <ac:chgData name="Dmitry Boltyanskiy" userId="S::dimitribolt75@unm.edu::fe14e402-18c1-489d-bc65-28f0a082ca1b" providerId="AD" clId="Web-{13A9DEA7-39B4-005C-3156-C7BEA840A8CD}" dt="2024-02-18T19:38:15.946" v="347"/>
          <ac:spMkLst>
            <pc:docMk/>
            <pc:sldMk cId="686260785" sldId="262"/>
            <ac:spMk id="6" creationId="{6E705BC5-4B92-8DC1-A3B2-19DABAB32ECB}"/>
          </ac:spMkLst>
        </pc:spChg>
        <pc:spChg chg="add del">
          <ac:chgData name="Dmitry Boltyanskiy" userId="S::dimitribolt75@unm.edu::fe14e402-18c1-489d-bc65-28f0a082ca1b" providerId="AD" clId="Web-{13A9DEA7-39B4-005C-3156-C7BEA840A8CD}" dt="2024-02-18T19:40:30.181" v="357"/>
          <ac:spMkLst>
            <pc:docMk/>
            <pc:sldMk cId="686260785" sldId="262"/>
            <ac:spMk id="12" creationId="{F13C74B1-5B17-4795-BED0-7140497B445A}"/>
          </ac:spMkLst>
        </pc:spChg>
        <pc:spChg chg="add del">
          <ac:chgData name="Dmitry Boltyanskiy" userId="S::dimitribolt75@unm.edu::fe14e402-18c1-489d-bc65-28f0a082ca1b" providerId="AD" clId="Web-{13A9DEA7-39B4-005C-3156-C7BEA840A8CD}" dt="2024-02-18T19:40:30.181" v="357"/>
          <ac:spMkLst>
            <pc:docMk/>
            <pc:sldMk cId="686260785" sldId="262"/>
            <ac:spMk id="14" creationId="{D4974D33-8DC5-464E-8C6D-BE58F0669C17}"/>
          </ac:spMkLst>
        </pc:spChg>
        <pc:spChg chg="add del">
          <ac:chgData name="Dmitry Boltyanskiy" userId="S::dimitribolt75@unm.edu::fe14e402-18c1-489d-bc65-28f0a082ca1b" providerId="AD" clId="Web-{13A9DEA7-39B4-005C-3156-C7BEA840A8CD}" dt="2024-02-18T19:40:36.603" v="359"/>
          <ac:spMkLst>
            <pc:docMk/>
            <pc:sldMk cId="686260785" sldId="262"/>
            <ac:spMk id="16" creationId="{3D752CF2-2291-40B5-B462-C17B174C10BC}"/>
          </ac:spMkLst>
        </pc:spChg>
        <pc:spChg chg="add del">
          <ac:chgData name="Dmitry Boltyanskiy" userId="S::dimitribolt75@unm.edu::fe14e402-18c1-489d-bc65-28f0a082ca1b" providerId="AD" clId="Web-{13A9DEA7-39B4-005C-3156-C7BEA840A8CD}" dt="2024-02-18T19:40:36.603" v="359"/>
          <ac:spMkLst>
            <pc:docMk/>
            <pc:sldMk cId="686260785" sldId="262"/>
            <ac:spMk id="17" creationId="{F94AA2BD-2E3F-4B1D-8127-5744B8115311}"/>
          </ac:spMkLst>
        </pc:spChg>
        <pc:spChg chg="add del">
          <ac:chgData name="Dmitry Boltyanskiy" userId="S::dimitribolt75@unm.edu::fe14e402-18c1-489d-bc65-28f0a082ca1b" providerId="AD" clId="Web-{13A9DEA7-39B4-005C-3156-C7BEA840A8CD}" dt="2024-02-18T19:40:36.603" v="359"/>
          <ac:spMkLst>
            <pc:docMk/>
            <pc:sldMk cId="686260785" sldId="262"/>
            <ac:spMk id="18" creationId="{4BD02261-2DC8-4AA8-9E16-7751AE892445}"/>
          </ac:spMkLst>
        </pc:spChg>
        <pc:spChg chg="add del">
          <ac:chgData name="Dmitry Boltyanskiy" userId="S::dimitribolt75@unm.edu::fe14e402-18c1-489d-bc65-28f0a082ca1b" providerId="AD" clId="Web-{13A9DEA7-39B4-005C-3156-C7BEA840A8CD}" dt="2024-02-18T19:40:55.462" v="363"/>
          <ac:spMkLst>
            <pc:docMk/>
            <pc:sldMk cId="686260785" sldId="262"/>
            <ac:spMk id="22" creationId="{B5A8AFA4-5C32-4100-9C6D-839A47E15FA0}"/>
          </ac:spMkLst>
        </pc:spChg>
        <pc:spChg chg="add del">
          <ac:chgData name="Dmitry Boltyanskiy" userId="S::dimitribolt75@unm.edu::fe14e402-18c1-489d-bc65-28f0a082ca1b" providerId="AD" clId="Web-{13A9DEA7-39B4-005C-3156-C7BEA840A8CD}" dt="2024-02-18T19:40:55.462" v="363"/>
          <ac:spMkLst>
            <pc:docMk/>
            <pc:sldMk cId="686260785" sldId="262"/>
            <ac:spMk id="23" creationId="{96B5F253-7949-47C2-9DBD-1570ECDA2296}"/>
          </ac:spMkLst>
        </pc:spChg>
        <pc:spChg chg="add">
          <ac:chgData name="Dmitry Boltyanskiy" userId="S::dimitribolt75@unm.edu::fe14e402-18c1-489d-bc65-28f0a082ca1b" providerId="AD" clId="Web-{13A9DEA7-39B4-005C-3156-C7BEA840A8CD}" dt="2024-02-18T19:40:55.478" v="364"/>
          <ac:spMkLst>
            <pc:docMk/>
            <pc:sldMk cId="686260785" sldId="262"/>
            <ac:spMk id="25" creationId="{F94AA2BD-2E3F-4B1D-8127-5744B8115311}"/>
          </ac:spMkLst>
        </pc:spChg>
        <pc:spChg chg="add">
          <ac:chgData name="Dmitry Boltyanskiy" userId="S::dimitribolt75@unm.edu::fe14e402-18c1-489d-bc65-28f0a082ca1b" providerId="AD" clId="Web-{13A9DEA7-39B4-005C-3156-C7BEA840A8CD}" dt="2024-02-18T19:40:55.478" v="364"/>
          <ac:spMkLst>
            <pc:docMk/>
            <pc:sldMk cId="686260785" sldId="262"/>
            <ac:spMk id="26" creationId="{4BD02261-2DC8-4AA8-9E16-7751AE892445}"/>
          </ac:spMkLst>
        </pc:spChg>
        <pc:spChg chg="add">
          <ac:chgData name="Dmitry Boltyanskiy" userId="S::dimitribolt75@unm.edu::fe14e402-18c1-489d-bc65-28f0a082ca1b" providerId="AD" clId="Web-{13A9DEA7-39B4-005C-3156-C7BEA840A8CD}" dt="2024-02-18T19:40:55.478" v="364"/>
          <ac:spMkLst>
            <pc:docMk/>
            <pc:sldMk cId="686260785" sldId="262"/>
            <ac:spMk id="27" creationId="{3D752CF2-2291-40B5-B462-C17B174C10BC}"/>
          </ac:spMkLst>
        </pc:spChg>
        <pc:picChg chg="add mod ord">
          <ac:chgData name="Dmitry Boltyanskiy" userId="S::dimitribolt75@unm.edu::fe14e402-18c1-489d-bc65-28f0a082ca1b" providerId="AD" clId="Web-{13A9DEA7-39B4-005C-3156-C7BEA840A8CD}" dt="2024-02-18T19:40:55.478" v="364"/>
          <ac:picMkLst>
            <pc:docMk/>
            <pc:sldMk cId="686260785" sldId="262"/>
            <ac:picMk id="7" creationId="{3ACC3EFD-B720-ACAF-16C3-77B80AEBE507}"/>
          </ac:picMkLst>
        </pc:picChg>
        <pc:cxnChg chg="add del">
          <ac:chgData name="Dmitry Boltyanskiy" userId="S::dimitribolt75@unm.edu::fe14e402-18c1-489d-bc65-28f0a082ca1b" providerId="AD" clId="Web-{13A9DEA7-39B4-005C-3156-C7BEA840A8CD}" dt="2024-02-18T19:40:40.915" v="361"/>
          <ac:cxnSpMkLst>
            <pc:docMk/>
            <pc:sldMk cId="686260785" sldId="262"/>
            <ac:cxnSpMk id="20" creationId="{1503BFE4-729B-D9D0-C17B-501E6AF1127A}"/>
          </ac:cxnSpMkLst>
        </pc:cxnChg>
      </pc:sldChg>
    </pc:docChg>
  </pc:docChgLst>
  <pc:docChgLst>
    <pc:chgData name="Dmitry Boltyanskiy" userId="S::dimitribolt75@unm.edu::fe14e402-18c1-489d-bc65-28f0a082ca1b" providerId="AD" clId="Web-{6F36112C-6B6A-FBF3-5B70-E98389E41825}"/>
    <pc:docChg chg="modSld">
      <pc:chgData name="Dmitry Boltyanskiy" userId="S::dimitribolt75@unm.edu::fe14e402-18c1-489d-bc65-28f0a082ca1b" providerId="AD" clId="Web-{6F36112C-6B6A-FBF3-5B70-E98389E41825}" dt="2024-02-17T03:16:46.845" v="2" actId="20577"/>
      <pc:docMkLst>
        <pc:docMk/>
      </pc:docMkLst>
      <pc:sldChg chg="modSp">
        <pc:chgData name="Dmitry Boltyanskiy" userId="S::dimitribolt75@unm.edu::fe14e402-18c1-489d-bc65-28f0a082ca1b" providerId="AD" clId="Web-{6F36112C-6B6A-FBF3-5B70-E98389E41825}" dt="2024-02-17T03:16:46.845" v="2" actId="20577"/>
        <pc:sldMkLst>
          <pc:docMk/>
          <pc:sldMk cId="109857222" sldId="256"/>
        </pc:sldMkLst>
        <pc:spChg chg="mod">
          <ac:chgData name="Dmitry Boltyanskiy" userId="S::dimitribolt75@unm.edu::fe14e402-18c1-489d-bc65-28f0a082ca1b" providerId="AD" clId="Web-{6F36112C-6B6A-FBF3-5B70-E98389E41825}" dt="2024-02-17T03:16:46.845" v="2" actId="20577"/>
          <ac:spMkLst>
            <pc:docMk/>
            <pc:sldMk cId="109857222" sldId="256"/>
            <ac:spMk id="2" creationId="{00000000-0000-0000-0000-000000000000}"/>
          </ac:spMkLst>
        </pc:spChg>
      </pc:sldChg>
    </pc:docChg>
  </pc:docChgLst>
  <pc:docChgLst>
    <pc:chgData name="Dmitry Boltyanskiy" userId="fe14e402-18c1-489d-bc65-28f0a082ca1b" providerId="ADAL" clId="{C65800BF-B285-48B7-B6BC-28C2E5370A06}"/>
    <pc:docChg chg="modSld">
      <pc:chgData name="Dmitry Boltyanskiy" userId="fe14e402-18c1-489d-bc65-28f0a082ca1b" providerId="ADAL" clId="{C65800BF-B285-48B7-B6BC-28C2E5370A06}" dt="2024-02-19T18:38:47.449" v="15" actId="20577"/>
      <pc:docMkLst>
        <pc:docMk/>
      </pc:docMkLst>
      <pc:sldChg chg="modNotesTx">
        <pc:chgData name="Dmitry Boltyanskiy" userId="fe14e402-18c1-489d-bc65-28f0a082ca1b" providerId="ADAL" clId="{C65800BF-B285-48B7-B6BC-28C2E5370A06}" dt="2024-02-19T18:38:47.449" v="15" actId="20577"/>
        <pc:sldMkLst>
          <pc:docMk/>
          <pc:sldMk cId="4025410187" sldId="258"/>
        </pc:sldMkLst>
      </pc:sldChg>
      <pc:sldChg chg="modNotesTx">
        <pc:chgData name="Dmitry Boltyanskiy" userId="fe14e402-18c1-489d-bc65-28f0a082ca1b" providerId="ADAL" clId="{C65800BF-B285-48B7-B6BC-28C2E5370A06}" dt="2024-02-19T18:37:31.266" v="1" actId="20577"/>
        <pc:sldMkLst>
          <pc:docMk/>
          <pc:sldMk cId="3292459433" sldId="268"/>
        </pc:sldMkLst>
      </pc:sldChg>
      <pc:sldChg chg="modNotesTx">
        <pc:chgData name="Dmitry Boltyanskiy" userId="fe14e402-18c1-489d-bc65-28f0a082ca1b" providerId="ADAL" clId="{C65800BF-B285-48B7-B6BC-28C2E5370A06}" dt="2024-02-19T18:38:18.511" v="6" actId="20577"/>
        <pc:sldMkLst>
          <pc:docMk/>
          <pc:sldMk cId="529053169" sldId="269"/>
        </pc:sldMkLst>
      </pc:sldChg>
    </pc:docChg>
  </pc:docChgLst>
  <pc:docChgLst>
    <pc:chgData name="Dmitry Boltyanskiy" userId="S::dimitribolt75@unm.edu::fe14e402-18c1-489d-bc65-28f0a082ca1b" providerId="AD" clId="Web-{AE5CEA9D-837A-41B1-1BCC-0054EF99489A}"/>
    <pc:docChg chg="addSld modSld sldOrd modMainMaster">
      <pc:chgData name="Dmitry Boltyanskiy" userId="S::dimitribolt75@unm.edu::fe14e402-18c1-489d-bc65-28f0a082ca1b" providerId="AD" clId="Web-{AE5CEA9D-837A-41B1-1BCC-0054EF99489A}" dt="2024-02-18T23:25:43.536" v="583" actId="20577"/>
      <pc:docMkLst>
        <pc:docMk/>
      </pc:docMkLst>
      <pc:sldChg chg="addSp modSp">
        <pc:chgData name="Dmitry Boltyanskiy" userId="S::dimitribolt75@unm.edu::fe14e402-18c1-489d-bc65-28f0a082ca1b" providerId="AD" clId="Web-{AE5CEA9D-837A-41B1-1BCC-0054EF99489A}" dt="2024-02-18T20:46:20.148" v="14"/>
        <pc:sldMkLst>
          <pc:docMk/>
          <pc:sldMk cId="109857222" sldId="256"/>
        </pc:sldMkLst>
        <pc:spChg chg="add mod">
          <ac:chgData name="Dmitry Boltyanskiy" userId="S::dimitribolt75@unm.edu::fe14e402-18c1-489d-bc65-28f0a082ca1b" providerId="AD" clId="Web-{AE5CEA9D-837A-41B1-1BCC-0054EF99489A}" dt="2024-02-18T20:46:20.148" v="14"/>
          <ac:spMkLst>
            <pc:docMk/>
            <pc:sldMk cId="109857222" sldId="256"/>
            <ac:spMk id="4" creationId="{BC1697B3-4593-81E6-7A5E-068A4F95A09C}"/>
          </ac:spMkLst>
        </pc:spChg>
      </pc:sldChg>
      <pc:sldChg chg="addSp modSp">
        <pc:chgData name="Dmitry Boltyanskiy" userId="S::dimitribolt75@unm.edu::fe14e402-18c1-489d-bc65-28f0a082ca1b" providerId="AD" clId="Web-{AE5CEA9D-837A-41B1-1BCC-0054EF99489A}" dt="2024-02-18T20:46:35.133" v="15"/>
        <pc:sldMkLst>
          <pc:docMk/>
          <pc:sldMk cId="1148228035" sldId="257"/>
        </pc:sldMkLst>
        <pc:spChg chg="add mod">
          <ac:chgData name="Dmitry Boltyanskiy" userId="S::dimitribolt75@unm.edu::fe14e402-18c1-489d-bc65-28f0a082ca1b" providerId="AD" clId="Web-{AE5CEA9D-837A-41B1-1BCC-0054EF99489A}" dt="2024-02-18T20:46:35.133" v="15"/>
          <ac:spMkLst>
            <pc:docMk/>
            <pc:sldMk cId="1148228035" sldId="257"/>
            <ac:spMk id="7" creationId="{57D27A76-4285-2CFF-D6FF-123C9D1DC704}"/>
          </ac:spMkLst>
        </pc:spChg>
      </pc:sldChg>
      <pc:sldChg chg="addSp modSp">
        <pc:chgData name="Dmitry Boltyanskiy" userId="S::dimitribolt75@unm.edu::fe14e402-18c1-489d-bc65-28f0a082ca1b" providerId="AD" clId="Web-{AE5CEA9D-837A-41B1-1BCC-0054EF99489A}" dt="2024-02-18T20:46:35.133" v="15"/>
        <pc:sldMkLst>
          <pc:docMk/>
          <pc:sldMk cId="4025410187" sldId="258"/>
        </pc:sldMkLst>
        <pc:spChg chg="add mod">
          <ac:chgData name="Dmitry Boltyanskiy" userId="S::dimitribolt75@unm.edu::fe14e402-18c1-489d-bc65-28f0a082ca1b" providerId="AD" clId="Web-{AE5CEA9D-837A-41B1-1BCC-0054EF99489A}" dt="2024-02-18T20:46:35.133" v="15"/>
          <ac:spMkLst>
            <pc:docMk/>
            <pc:sldMk cId="4025410187" sldId="258"/>
            <ac:spMk id="3" creationId="{9EF39FFF-220A-ADC4-21D1-7CE3AE8620E1}"/>
          </ac:spMkLst>
        </pc:spChg>
      </pc:sldChg>
      <pc:sldChg chg="addSp modSp">
        <pc:chgData name="Dmitry Boltyanskiy" userId="S::dimitribolt75@unm.edu::fe14e402-18c1-489d-bc65-28f0a082ca1b" providerId="AD" clId="Web-{AE5CEA9D-837A-41B1-1BCC-0054EF99489A}" dt="2024-02-18T20:46:35.133" v="15"/>
        <pc:sldMkLst>
          <pc:docMk/>
          <pc:sldMk cId="4021928519" sldId="260"/>
        </pc:sldMkLst>
        <pc:spChg chg="add mod">
          <ac:chgData name="Dmitry Boltyanskiy" userId="S::dimitribolt75@unm.edu::fe14e402-18c1-489d-bc65-28f0a082ca1b" providerId="AD" clId="Web-{AE5CEA9D-837A-41B1-1BCC-0054EF99489A}" dt="2024-02-18T20:46:35.133" v="15"/>
          <ac:spMkLst>
            <pc:docMk/>
            <pc:sldMk cId="4021928519" sldId="260"/>
            <ac:spMk id="3" creationId="{D778BD2A-EE61-A411-32D3-251C6C4BB6FF}"/>
          </ac:spMkLst>
        </pc:spChg>
      </pc:sldChg>
      <pc:sldChg chg="addSp modSp">
        <pc:chgData name="Dmitry Boltyanskiy" userId="S::dimitribolt75@unm.edu::fe14e402-18c1-489d-bc65-28f0a082ca1b" providerId="AD" clId="Web-{AE5CEA9D-837A-41B1-1BCC-0054EF99489A}" dt="2024-02-18T20:46:35.133" v="15"/>
        <pc:sldMkLst>
          <pc:docMk/>
          <pc:sldMk cId="1886967937" sldId="261"/>
        </pc:sldMkLst>
        <pc:spChg chg="add mod">
          <ac:chgData name="Dmitry Boltyanskiy" userId="S::dimitribolt75@unm.edu::fe14e402-18c1-489d-bc65-28f0a082ca1b" providerId="AD" clId="Web-{AE5CEA9D-837A-41B1-1BCC-0054EF99489A}" dt="2024-02-18T20:46:35.133" v="15"/>
          <ac:spMkLst>
            <pc:docMk/>
            <pc:sldMk cId="1886967937" sldId="261"/>
            <ac:spMk id="3" creationId="{F29088BF-4B48-1395-E2C1-8032E066DA4D}"/>
          </ac:spMkLst>
        </pc:spChg>
      </pc:sldChg>
      <pc:sldChg chg="addSp modSp">
        <pc:chgData name="Dmitry Boltyanskiy" userId="S::dimitribolt75@unm.edu::fe14e402-18c1-489d-bc65-28f0a082ca1b" providerId="AD" clId="Web-{AE5CEA9D-837A-41B1-1BCC-0054EF99489A}" dt="2024-02-18T20:46:35.133" v="15"/>
        <pc:sldMkLst>
          <pc:docMk/>
          <pc:sldMk cId="686260785" sldId="262"/>
        </pc:sldMkLst>
        <pc:spChg chg="add mod">
          <ac:chgData name="Dmitry Boltyanskiy" userId="S::dimitribolt75@unm.edu::fe14e402-18c1-489d-bc65-28f0a082ca1b" providerId="AD" clId="Web-{AE5CEA9D-837A-41B1-1BCC-0054EF99489A}" dt="2024-02-18T20:46:35.133" v="15"/>
          <ac:spMkLst>
            <pc:docMk/>
            <pc:sldMk cId="686260785" sldId="262"/>
            <ac:spMk id="4" creationId="{98121230-8713-1666-914E-7AAA0E70C436}"/>
          </ac:spMkLst>
        </pc:spChg>
      </pc:sldChg>
      <pc:sldChg chg="addSp delSp modSp new mod setBg modClrScheme chgLayout">
        <pc:chgData name="Dmitry Boltyanskiy" userId="S::dimitribolt75@unm.edu::fe14e402-18c1-489d-bc65-28f0a082ca1b" providerId="AD" clId="Web-{AE5CEA9D-837A-41B1-1BCC-0054EF99489A}" dt="2024-02-18T20:46:35.133" v="15"/>
        <pc:sldMkLst>
          <pc:docMk/>
          <pc:sldMk cId="3845657461" sldId="263"/>
        </pc:sldMkLst>
        <pc:spChg chg="mod ord">
          <ac:chgData name="Dmitry Boltyanskiy" userId="S::dimitribolt75@unm.edu::fe14e402-18c1-489d-bc65-28f0a082ca1b" providerId="AD" clId="Web-{AE5CEA9D-837A-41B1-1BCC-0054EF99489A}" dt="2024-02-18T20:44:16.443" v="13"/>
          <ac:spMkLst>
            <pc:docMk/>
            <pc:sldMk cId="3845657461" sldId="263"/>
            <ac:spMk id="2" creationId="{E8609BEB-E5E0-0589-37FA-A8FC6CC5C8E3}"/>
          </ac:spMkLst>
        </pc:spChg>
        <pc:spChg chg="del mod ord">
          <ac:chgData name="Dmitry Boltyanskiy" userId="S::dimitribolt75@unm.edu::fe14e402-18c1-489d-bc65-28f0a082ca1b" providerId="AD" clId="Web-{AE5CEA9D-837A-41B1-1BCC-0054EF99489A}" dt="2024-02-18T20:43:45.943" v="4"/>
          <ac:spMkLst>
            <pc:docMk/>
            <pc:sldMk cId="3845657461" sldId="263"/>
            <ac:spMk id="3" creationId="{1F840868-5FAF-DECD-AF9C-0E8CF3E07383}"/>
          </ac:spMkLst>
        </pc:spChg>
        <pc:spChg chg="del">
          <ac:chgData name="Dmitry Boltyanskiy" userId="S::dimitribolt75@unm.edu::fe14e402-18c1-489d-bc65-28f0a082ca1b" providerId="AD" clId="Web-{AE5CEA9D-837A-41B1-1BCC-0054EF99489A}" dt="2024-02-18T20:37:08.766" v="1"/>
          <ac:spMkLst>
            <pc:docMk/>
            <pc:sldMk cId="3845657461" sldId="263"/>
            <ac:spMk id="4" creationId="{FF0A3E2C-C4E4-5968-7957-01793065ABDF}"/>
          </ac:spMkLst>
        </pc:spChg>
        <pc:spChg chg="add mod">
          <ac:chgData name="Dmitry Boltyanskiy" userId="S::dimitribolt75@unm.edu::fe14e402-18c1-489d-bc65-28f0a082ca1b" providerId="AD" clId="Web-{AE5CEA9D-837A-41B1-1BCC-0054EF99489A}" dt="2024-02-18T20:46:35.133" v="15"/>
          <ac:spMkLst>
            <pc:docMk/>
            <pc:sldMk cId="3845657461" sldId="263"/>
            <ac:spMk id="6" creationId="{3DCE6A3E-9156-C843-BB67-28DA8390D9B6}"/>
          </ac:spMkLst>
        </pc:spChg>
        <pc:spChg chg="add del">
          <ac:chgData name="Dmitry Boltyanskiy" userId="S::dimitribolt75@unm.edu::fe14e402-18c1-489d-bc65-28f0a082ca1b" providerId="AD" clId="Web-{AE5CEA9D-837A-41B1-1BCC-0054EF99489A}" dt="2024-02-18T20:44:09.506" v="8"/>
          <ac:spMkLst>
            <pc:docMk/>
            <pc:sldMk cId="3845657461" sldId="263"/>
            <ac:spMk id="9" creationId="{07240E15-4DDE-1FA3-55A2-611810967762}"/>
          </ac:spMkLst>
        </pc:spChg>
        <pc:spChg chg="add del">
          <ac:chgData name="Dmitry Boltyanskiy" userId="S::dimitribolt75@unm.edu::fe14e402-18c1-489d-bc65-28f0a082ca1b" providerId="AD" clId="Web-{AE5CEA9D-837A-41B1-1BCC-0054EF99489A}" dt="2024-02-18T20:44:07.209" v="6"/>
          <ac:spMkLst>
            <pc:docMk/>
            <pc:sldMk cId="3845657461" sldId="263"/>
            <ac:spMk id="10" creationId="{A8384FB5-9ADC-4DDC-881B-597D56F5B15D}"/>
          </ac:spMkLst>
        </pc:spChg>
        <pc:spChg chg="add del">
          <ac:chgData name="Dmitry Boltyanskiy" userId="S::dimitribolt75@unm.edu::fe14e402-18c1-489d-bc65-28f0a082ca1b" providerId="AD" clId="Web-{AE5CEA9D-837A-41B1-1BCC-0054EF99489A}" dt="2024-02-18T20:44:07.209" v="6"/>
          <ac:spMkLst>
            <pc:docMk/>
            <pc:sldMk cId="3845657461" sldId="263"/>
            <ac:spMk id="12" creationId="{1199E1B1-A8C0-4FE8-A5A8-1CB41D69F857}"/>
          </ac:spMkLst>
        </pc:spChg>
        <pc:spChg chg="add del">
          <ac:chgData name="Dmitry Boltyanskiy" userId="S::dimitribolt75@unm.edu::fe14e402-18c1-489d-bc65-28f0a082ca1b" providerId="AD" clId="Web-{AE5CEA9D-837A-41B1-1BCC-0054EF99489A}" dt="2024-02-18T20:44:07.209" v="6"/>
          <ac:spMkLst>
            <pc:docMk/>
            <pc:sldMk cId="3845657461" sldId="263"/>
            <ac:spMk id="14" creationId="{84A8DE83-DE75-4B41-9DB4-A7EC0B0DEC0B}"/>
          </ac:spMkLst>
        </pc:spChg>
        <pc:spChg chg="add del">
          <ac:chgData name="Dmitry Boltyanskiy" userId="S::dimitribolt75@unm.edu::fe14e402-18c1-489d-bc65-28f0a082ca1b" providerId="AD" clId="Web-{AE5CEA9D-837A-41B1-1BCC-0054EF99489A}" dt="2024-02-18T20:44:07.209" v="6"/>
          <ac:spMkLst>
            <pc:docMk/>
            <pc:sldMk cId="3845657461" sldId="263"/>
            <ac:spMk id="16" creationId="{A7009A0A-BEF5-4EAC-AF15-E4F9F002E239}"/>
          </ac:spMkLst>
        </pc:spChg>
        <pc:spChg chg="add del">
          <ac:chgData name="Dmitry Boltyanskiy" userId="S::dimitribolt75@unm.edu::fe14e402-18c1-489d-bc65-28f0a082ca1b" providerId="AD" clId="Web-{AE5CEA9D-837A-41B1-1BCC-0054EF99489A}" dt="2024-02-18T20:44:09.506" v="8"/>
          <ac:spMkLst>
            <pc:docMk/>
            <pc:sldMk cId="3845657461" sldId="263"/>
            <ac:spMk id="18" creationId="{32AEEBC8-9D30-42EF-95F2-386C2653FBF0}"/>
          </ac:spMkLst>
        </pc:spChg>
        <pc:spChg chg="add del">
          <ac:chgData name="Dmitry Boltyanskiy" userId="S::dimitribolt75@unm.edu::fe14e402-18c1-489d-bc65-28f0a082ca1b" providerId="AD" clId="Web-{AE5CEA9D-837A-41B1-1BCC-0054EF99489A}" dt="2024-02-18T20:44:09.506" v="8"/>
          <ac:spMkLst>
            <pc:docMk/>
            <pc:sldMk cId="3845657461" sldId="263"/>
            <ac:spMk id="19" creationId="{2E92FA66-67D7-4CB4-94D3-E643A9AD4757}"/>
          </ac:spMkLst>
        </pc:spChg>
        <pc:spChg chg="add del">
          <ac:chgData name="Dmitry Boltyanskiy" userId="S::dimitribolt75@unm.edu::fe14e402-18c1-489d-bc65-28f0a082ca1b" providerId="AD" clId="Web-{AE5CEA9D-837A-41B1-1BCC-0054EF99489A}" dt="2024-02-18T20:44:11.771" v="10"/>
          <ac:spMkLst>
            <pc:docMk/>
            <pc:sldMk cId="3845657461" sldId="263"/>
            <ac:spMk id="21" creationId="{A8384FB5-9ADC-4DDC-881B-597D56F5B15D}"/>
          </ac:spMkLst>
        </pc:spChg>
        <pc:spChg chg="add del">
          <ac:chgData name="Dmitry Boltyanskiy" userId="S::dimitribolt75@unm.edu::fe14e402-18c1-489d-bc65-28f0a082ca1b" providerId="AD" clId="Web-{AE5CEA9D-837A-41B1-1BCC-0054EF99489A}" dt="2024-02-18T20:44:11.771" v="10"/>
          <ac:spMkLst>
            <pc:docMk/>
            <pc:sldMk cId="3845657461" sldId="263"/>
            <ac:spMk id="22" creationId="{1199E1B1-A8C0-4FE8-A5A8-1CB41D69F857}"/>
          </ac:spMkLst>
        </pc:spChg>
        <pc:spChg chg="add del">
          <ac:chgData name="Dmitry Boltyanskiy" userId="S::dimitribolt75@unm.edu::fe14e402-18c1-489d-bc65-28f0a082ca1b" providerId="AD" clId="Web-{AE5CEA9D-837A-41B1-1BCC-0054EF99489A}" dt="2024-02-18T20:44:11.771" v="10"/>
          <ac:spMkLst>
            <pc:docMk/>
            <pc:sldMk cId="3845657461" sldId="263"/>
            <ac:spMk id="23" creationId="{84A8DE83-DE75-4B41-9DB4-A7EC0B0DEC0B}"/>
          </ac:spMkLst>
        </pc:spChg>
        <pc:spChg chg="add del">
          <ac:chgData name="Dmitry Boltyanskiy" userId="S::dimitribolt75@unm.edu::fe14e402-18c1-489d-bc65-28f0a082ca1b" providerId="AD" clId="Web-{AE5CEA9D-837A-41B1-1BCC-0054EF99489A}" dt="2024-02-18T20:44:11.771" v="10"/>
          <ac:spMkLst>
            <pc:docMk/>
            <pc:sldMk cId="3845657461" sldId="263"/>
            <ac:spMk id="24" creationId="{A7009A0A-BEF5-4EAC-AF15-E4F9F002E239}"/>
          </ac:spMkLst>
        </pc:spChg>
        <pc:spChg chg="add del">
          <ac:chgData name="Dmitry Boltyanskiy" userId="S::dimitribolt75@unm.edu::fe14e402-18c1-489d-bc65-28f0a082ca1b" providerId="AD" clId="Web-{AE5CEA9D-837A-41B1-1BCC-0054EF99489A}" dt="2024-02-18T20:44:16.428" v="12"/>
          <ac:spMkLst>
            <pc:docMk/>
            <pc:sldMk cId="3845657461" sldId="263"/>
            <ac:spMk id="26" creationId="{E914257E-1E2A-4AC7-89EC-1FB65C9C0A0D}"/>
          </ac:spMkLst>
        </pc:spChg>
        <pc:spChg chg="add del">
          <ac:chgData name="Dmitry Boltyanskiy" userId="S::dimitribolt75@unm.edu::fe14e402-18c1-489d-bc65-28f0a082ca1b" providerId="AD" clId="Web-{AE5CEA9D-837A-41B1-1BCC-0054EF99489A}" dt="2024-02-18T20:44:16.428" v="12"/>
          <ac:spMkLst>
            <pc:docMk/>
            <pc:sldMk cId="3845657461" sldId="263"/>
            <ac:spMk id="27" creationId="{03E1C8F1-97F5-489C-8308-958F09657254}"/>
          </ac:spMkLst>
        </pc:spChg>
        <pc:spChg chg="add del">
          <ac:chgData name="Dmitry Boltyanskiy" userId="S::dimitribolt75@unm.edu::fe14e402-18c1-489d-bc65-28f0a082ca1b" providerId="AD" clId="Web-{AE5CEA9D-837A-41B1-1BCC-0054EF99489A}" dt="2024-02-18T20:44:16.428" v="12"/>
          <ac:spMkLst>
            <pc:docMk/>
            <pc:sldMk cId="3845657461" sldId="263"/>
            <ac:spMk id="28" creationId="{DEB62645-D4DA-4E99-8344-B1536F63D108}"/>
          </ac:spMkLst>
        </pc:spChg>
        <pc:spChg chg="add">
          <ac:chgData name="Dmitry Boltyanskiy" userId="S::dimitribolt75@unm.edu::fe14e402-18c1-489d-bc65-28f0a082ca1b" providerId="AD" clId="Web-{AE5CEA9D-837A-41B1-1BCC-0054EF99489A}" dt="2024-02-18T20:44:16.443" v="13"/>
          <ac:spMkLst>
            <pc:docMk/>
            <pc:sldMk cId="3845657461" sldId="263"/>
            <ac:spMk id="30" creationId="{A8384FB5-9ADC-4DDC-881B-597D56F5B15D}"/>
          </ac:spMkLst>
        </pc:spChg>
        <pc:spChg chg="add">
          <ac:chgData name="Dmitry Boltyanskiy" userId="S::dimitribolt75@unm.edu::fe14e402-18c1-489d-bc65-28f0a082ca1b" providerId="AD" clId="Web-{AE5CEA9D-837A-41B1-1BCC-0054EF99489A}" dt="2024-02-18T20:44:16.443" v="13"/>
          <ac:spMkLst>
            <pc:docMk/>
            <pc:sldMk cId="3845657461" sldId="263"/>
            <ac:spMk id="31" creationId="{1199E1B1-A8C0-4FE8-A5A8-1CB41D69F857}"/>
          </ac:spMkLst>
        </pc:spChg>
        <pc:spChg chg="add">
          <ac:chgData name="Dmitry Boltyanskiy" userId="S::dimitribolt75@unm.edu::fe14e402-18c1-489d-bc65-28f0a082ca1b" providerId="AD" clId="Web-{AE5CEA9D-837A-41B1-1BCC-0054EF99489A}" dt="2024-02-18T20:44:16.443" v="13"/>
          <ac:spMkLst>
            <pc:docMk/>
            <pc:sldMk cId="3845657461" sldId="263"/>
            <ac:spMk id="32" creationId="{84A8DE83-DE75-4B41-9DB4-A7EC0B0DEC0B}"/>
          </ac:spMkLst>
        </pc:spChg>
        <pc:spChg chg="add">
          <ac:chgData name="Dmitry Boltyanskiy" userId="S::dimitribolt75@unm.edu::fe14e402-18c1-489d-bc65-28f0a082ca1b" providerId="AD" clId="Web-{AE5CEA9D-837A-41B1-1BCC-0054EF99489A}" dt="2024-02-18T20:44:16.443" v="13"/>
          <ac:spMkLst>
            <pc:docMk/>
            <pc:sldMk cId="3845657461" sldId="263"/>
            <ac:spMk id="33" creationId="{A7009A0A-BEF5-4EAC-AF15-E4F9F002E239}"/>
          </ac:spMkLst>
        </pc:spChg>
        <pc:picChg chg="add mod ord">
          <ac:chgData name="Dmitry Boltyanskiy" userId="S::dimitribolt75@unm.edu::fe14e402-18c1-489d-bc65-28f0a082ca1b" providerId="AD" clId="Web-{AE5CEA9D-837A-41B1-1BCC-0054EF99489A}" dt="2024-02-18T20:44:16.443" v="13"/>
          <ac:picMkLst>
            <pc:docMk/>
            <pc:sldMk cId="3845657461" sldId="263"/>
            <ac:picMk id="5" creationId="{7BE86C16-913B-2824-E9D4-37E26013D433}"/>
          </ac:picMkLst>
        </pc:picChg>
      </pc:sldChg>
      <pc:sldChg chg="modSp new mod modClrScheme chgLayout">
        <pc:chgData name="Dmitry Boltyanskiy" userId="S::dimitribolt75@unm.edu::fe14e402-18c1-489d-bc65-28f0a082ca1b" providerId="AD" clId="Web-{AE5CEA9D-837A-41B1-1BCC-0054EF99489A}" dt="2024-02-18T20:57:25.397" v="21" actId="20577"/>
        <pc:sldMkLst>
          <pc:docMk/>
          <pc:sldMk cId="988844741" sldId="264"/>
        </pc:sldMkLst>
        <pc:spChg chg="mod ord">
          <ac:chgData name="Dmitry Boltyanskiy" userId="S::dimitribolt75@unm.edu::fe14e402-18c1-489d-bc65-28f0a082ca1b" providerId="AD" clId="Web-{AE5CEA9D-837A-41B1-1BCC-0054EF99489A}" dt="2024-02-18T20:57:25.397" v="21" actId="20577"/>
          <ac:spMkLst>
            <pc:docMk/>
            <pc:sldMk cId="988844741" sldId="264"/>
            <ac:spMk id="2" creationId="{B354A7C9-FE16-E9AC-7358-87D4A96C1766}"/>
          </ac:spMkLst>
        </pc:spChg>
        <pc:spChg chg="mod ord">
          <ac:chgData name="Dmitry Boltyanskiy" userId="S::dimitribolt75@unm.edu::fe14e402-18c1-489d-bc65-28f0a082ca1b" providerId="AD" clId="Web-{AE5CEA9D-837A-41B1-1BCC-0054EF99489A}" dt="2024-02-18T20:56:25.787" v="17"/>
          <ac:spMkLst>
            <pc:docMk/>
            <pc:sldMk cId="988844741" sldId="264"/>
            <ac:spMk id="3" creationId="{02F78BE1-EA4B-FE44-586E-73FC0C84C54E}"/>
          </ac:spMkLst>
        </pc:spChg>
        <pc:spChg chg="mod ord">
          <ac:chgData name="Dmitry Boltyanskiy" userId="S::dimitribolt75@unm.edu::fe14e402-18c1-489d-bc65-28f0a082ca1b" providerId="AD" clId="Web-{AE5CEA9D-837A-41B1-1BCC-0054EF99489A}" dt="2024-02-18T20:56:25.787" v="17"/>
          <ac:spMkLst>
            <pc:docMk/>
            <pc:sldMk cId="988844741" sldId="264"/>
            <ac:spMk id="4" creationId="{5654EC33-8F97-9262-5BC4-BC4FEA98C171}"/>
          </ac:spMkLst>
        </pc:spChg>
      </pc:sldChg>
      <pc:sldChg chg="addSp delSp modSp new mod modClrScheme chgLayout">
        <pc:chgData name="Dmitry Boltyanskiy" userId="S::dimitribolt75@unm.edu::fe14e402-18c1-489d-bc65-28f0a082ca1b" providerId="AD" clId="Web-{AE5CEA9D-837A-41B1-1BCC-0054EF99489A}" dt="2024-02-18T21:12:53.751" v="37" actId="20577"/>
        <pc:sldMkLst>
          <pc:docMk/>
          <pc:sldMk cId="2115482329" sldId="265"/>
        </pc:sldMkLst>
        <pc:spChg chg="mod ord">
          <ac:chgData name="Dmitry Boltyanskiy" userId="S::dimitribolt75@unm.edu::fe14e402-18c1-489d-bc65-28f0a082ca1b" providerId="AD" clId="Web-{AE5CEA9D-837A-41B1-1BCC-0054EF99489A}" dt="2024-02-18T20:58:09.414" v="25" actId="20577"/>
          <ac:spMkLst>
            <pc:docMk/>
            <pc:sldMk cId="2115482329" sldId="265"/>
            <ac:spMk id="2" creationId="{EB750595-6CB3-63E4-255A-F87669BFB744}"/>
          </ac:spMkLst>
        </pc:spChg>
        <pc:spChg chg="mod ord">
          <ac:chgData name="Dmitry Boltyanskiy" userId="S::dimitribolt75@unm.edu::fe14e402-18c1-489d-bc65-28f0a082ca1b" providerId="AD" clId="Web-{AE5CEA9D-837A-41B1-1BCC-0054EF99489A}" dt="2024-02-18T21:12:53.751" v="37" actId="20577"/>
          <ac:spMkLst>
            <pc:docMk/>
            <pc:sldMk cId="2115482329" sldId="265"/>
            <ac:spMk id="3" creationId="{27A61A61-BFD7-F4BD-F2EE-EA77EF2BF697}"/>
          </ac:spMkLst>
        </pc:spChg>
        <pc:spChg chg="mod ord">
          <ac:chgData name="Dmitry Boltyanskiy" userId="S::dimitribolt75@unm.edu::fe14e402-18c1-489d-bc65-28f0a082ca1b" providerId="AD" clId="Web-{AE5CEA9D-837A-41B1-1BCC-0054EF99489A}" dt="2024-02-18T20:57:58.320" v="23"/>
          <ac:spMkLst>
            <pc:docMk/>
            <pc:sldMk cId="2115482329" sldId="265"/>
            <ac:spMk id="4" creationId="{BD8A269A-8BC3-082A-2F3E-3F9C2ABD8AC1}"/>
          </ac:spMkLst>
        </pc:spChg>
        <pc:spChg chg="add del mod ord">
          <ac:chgData name="Dmitry Boltyanskiy" userId="S::dimitribolt75@unm.edu::fe14e402-18c1-489d-bc65-28f0a082ca1b" providerId="AD" clId="Web-{AE5CEA9D-837A-41B1-1BCC-0054EF99489A}" dt="2024-02-18T20:59:54.337" v="26"/>
          <ac:spMkLst>
            <pc:docMk/>
            <pc:sldMk cId="2115482329" sldId="265"/>
            <ac:spMk id="5" creationId="{CC53BA2E-406E-B3CE-C7A4-CAC9F1A8D634}"/>
          </ac:spMkLst>
        </pc:spChg>
        <pc:picChg chg="add mod ord">
          <ac:chgData name="Dmitry Boltyanskiy" userId="S::dimitribolt75@unm.edu::fe14e402-18c1-489d-bc65-28f0a082ca1b" providerId="AD" clId="Web-{AE5CEA9D-837A-41B1-1BCC-0054EF99489A}" dt="2024-02-18T20:59:54.337" v="26"/>
          <ac:picMkLst>
            <pc:docMk/>
            <pc:sldMk cId="2115482329" sldId="265"/>
            <ac:picMk id="6" creationId="{AAB68810-5825-67BC-0661-5C03DFE69028}"/>
          </ac:picMkLst>
        </pc:picChg>
      </pc:sldChg>
      <pc:sldChg chg="addSp delSp modSp new mod setBg modClrScheme chgLayout">
        <pc:chgData name="Dmitry Boltyanskiy" userId="S::dimitribolt75@unm.edu::fe14e402-18c1-489d-bc65-28f0a082ca1b" providerId="AD" clId="Web-{AE5CEA9D-837A-41B1-1BCC-0054EF99489A}" dt="2024-02-18T22:12:19.013" v="232"/>
        <pc:sldMkLst>
          <pc:docMk/>
          <pc:sldMk cId="412739805" sldId="266"/>
        </pc:sldMkLst>
        <pc:spChg chg="mod ord">
          <ac:chgData name="Dmitry Boltyanskiy" userId="S::dimitribolt75@unm.edu::fe14e402-18c1-489d-bc65-28f0a082ca1b" providerId="AD" clId="Web-{AE5CEA9D-837A-41B1-1BCC-0054EF99489A}" dt="2024-02-18T22:12:19.013" v="232"/>
          <ac:spMkLst>
            <pc:docMk/>
            <pc:sldMk cId="412739805" sldId="266"/>
            <ac:spMk id="2" creationId="{F974D7F0-5CC7-0471-313E-077CC59C0BB2}"/>
          </ac:spMkLst>
        </pc:spChg>
        <pc:spChg chg="add del mod ord">
          <ac:chgData name="Dmitry Boltyanskiy" userId="S::dimitribolt75@unm.edu::fe14e402-18c1-489d-bc65-28f0a082ca1b" providerId="AD" clId="Web-{AE5CEA9D-837A-41B1-1BCC-0054EF99489A}" dt="2024-02-18T22:08:29.963" v="96"/>
          <ac:spMkLst>
            <pc:docMk/>
            <pc:sldMk cId="412739805" sldId="266"/>
            <ac:spMk id="3" creationId="{2BB63E5B-8057-4183-905B-801DA6B95987}"/>
          </ac:spMkLst>
        </pc:spChg>
        <pc:spChg chg="del">
          <ac:chgData name="Dmitry Boltyanskiy" userId="S::dimitribolt75@unm.edu::fe14e402-18c1-489d-bc65-28f0a082ca1b" providerId="AD" clId="Web-{AE5CEA9D-837A-41B1-1BCC-0054EF99489A}" dt="2024-02-18T21:19:02.369" v="39"/>
          <ac:spMkLst>
            <pc:docMk/>
            <pc:sldMk cId="412739805" sldId="266"/>
            <ac:spMk id="4" creationId="{B5BEB60F-9711-A55A-BD23-28B943CA8C48}"/>
          </ac:spMkLst>
        </pc:spChg>
        <pc:spChg chg="mod ord">
          <ac:chgData name="Dmitry Boltyanskiy" userId="S::dimitribolt75@unm.edu::fe14e402-18c1-489d-bc65-28f0a082ca1b" providerId="AD" clId="Web-{AE5CEA9D-837A-41B1-1BCC-0054EF99489A}" dt="2024-02-18T22:12:19.013" v="232"/>
          <ac:spMkLst>
            <pc:docMk/>
            <pc:sldMk cId="412739805" sldId="266"/>
            <ac:spMk id="5" creationId="{95DDE0C0-D033-18B7-D5E3-7C304A649708}"/>
          </ac:spMkLst>
        </pc:spChg>
        <pc:spChg chg="add del">
          <ac:chgData name="Dmitry Boltyanskiy" userId="S::dimitribolt75@unm.edu::fe14e402-18c1-489d-bc65-28f0a082ca1b" providerId="AD" clId="Web-{AE5CEA9D-837A-41B1-1BCC-0054EF99489A}" dt="2024-02-18T22:08:48.979" v="98"/>
          <ac:spMkLst>
            <pc:docMk/>
            <pc:sldMk cId="412739805" sldId="266"/>
            <ac:spMk id="11" creationId="{A8384FB5-9ADC-4DDC-881B-597D56F5B15D}"/>
          </ac:spMkLst>
        </pc:spChg>
        <pc:spChg chg="add del">
          <ac:chgData name="Dmitry Boltyanskiy" userId="S::dimitribolt75@unm.edu::fe14e402-18c1-489d-bc65-28f0a082ca1b" providerId="AD" clId="Web-{AE5CEA9D-837A-41B1-1BCC-0054EF99489A}" dt="2024-02-18T22:08:48.979" v="98"/>
          <ac:spMkLst>
            <pc:docMk/>
            <pc:sldMk cId="412739805" sldId="266"/>
            <ac:spMk id="13" creationId="{1199E1B1-A8C0-4FE8-A5A8-1CB41D69F857}"/>
          </ac:spMkLst>
        </pc:spChg>
        <pc:spChg chg="add del">
          <ac:chgData name="Dmitry Boltyanskiy" userId="S::dimitribolt75@unm.edu::fe14e402-18c1-489d-bc65-28f0a082ca1b" providerId="AD" clId="Web-{AE5CEA9D-837A-41B1-1BCC-0054EF99489A}" dt="2024-02-18T22:08:48.979" v="98"/>
          <ac:spMkLst>
            <pc:docMk/>
            <pc:sldMk cId="412739805" sldId="266"/>
            <ac:spMk id="15" creationId="{84A8DE83-DE75-4B41-9DB4-A7EC0B0DEC0B}"/>
          </ac:spMkLst>
        </pc:spChg>
        <pc:spChg chg="add del">
          <ac:chgData name="Dmitry Boltyanskiy" userId="S::dimitribolt75@unm.edu::fe14e402-18c1-489d-bc65-28f0a082ca1b" providerId="AD" clId="Web-{AE5CEA9D-837A-41B1-1BCC-0054EF99489A}" dt="2024-02-18T22:08:48.979" v="98"/>
          <ac:spMkLst>
            <pc:docMk/>
            <pc:sldMk cId="412739805" sldId="266"/>
            <ac:spMk id="17" creationId="{A7009A0A-BEF5-4EAC-AF15-E4F9F002E239}"/>
          </ac:spMkLst>
        </pc:spChg>
        <pc:spChg chg="add del">
          <ac:chgData name="Dmitry Boltyanskiy" userId="S::dimitribolt75@unm.edu::fe14e402-18c1-489d-bc65-28f0a082ca1b" providerId="AD" clId="Web-{AE5CEA9D-837A-41B1-1BCC-0054EF99489A}" dt="2024-02-18T22:08:55.010" v="100"/>
          <ac:spMkLst>
            <pc:docMk/>
            <pc:sldMk cId="412739805" sldId="266"/>
            <ac:spMk id="19" creationId="{A8384FB5-9ADC-4DDC-881B-597D56F5B15D}"/>
          </ac:spMkLst>
        </pc:spChg>
        <pc:spChg chg="add del">
          <ac:chgData name="Dmitry Boltyanskiy" userId="S::dimitribolt75@unm.edu::fe14e402-18c1-489d-bc65-28f0a082ca1b" providerId="AD" clId="Web-{AE5CEA9D-837A-41B1-1BCC-0054EF99489A}" dt="2024-02-18T22:08:55.010" v="100"/>
          <ac:spMkLst>
            <pc:docMk/>
            <pc:sldMk cId="412739805" sldId="266"/>
            <ac:spMk id="20" creationId="{1199E1B1-A8C0-4FE8-A5A8-1CB41D69F857}"/>
          </ac:spMkLst>
        </pc:spChg>
        <pc:spChg chg="add del">
          <ac:chgData name="Dmitry Boltyanskiy" userId="S::dimitribolt75@unm.edu::fe14e402-18c1-489d-bc65-28f0a082ca1b" providerId="AD" clId="Web-{AE5CEA9D-837A-41B1-1BCC-0054EF99489A}" dt="2024-02-18T22:08:55.010" v="100"/>
          <ac:spMkLst>
            <pc:docMk/>
            <pc:sldMk cId="412739805" sldId="266"/>
            <ac:spMk id="21" creationId="{84A8DE83-DE75-4B41-9DB4-A7EC0B0DEC0B}"/>
          </ac:spMkLst>
        </pc:spChg>
        <pc:spChg chg="add del">
          <ac:chgData name="Dmitry Boltyanskiy" userId="S::dimitribolt75@unm.edu::fe14e402-18c1-489d-bc65-28f0a082ca1b" providerId="AD" clId="Web-{AE5CEA9D-837A-41B1-1BCC-0054EF99489A}" dt="2024-02-18T22:08:55.010" v="100"/>
          <ac:spMkLst>
            <pc:docMk/>
            <pc:sldMk cId="412739805" sldId="266"/>
            <ac:spMk id="22" creationId="{A7009A0A-BEF5-4EAC-AF15-E4F9F002E239}"/>
          </ac:spMkLst>
        </pc:spChg>
        <pc:spChg chg="add del">
          <ac:chgData name="Dmitry Boltyanskiy" userId="S::dimitribolt75@unm.edu::fe14e402-18c1-489d-bc65-28f0a082ca1b" providerId="AD" clId="Web-{AE5CEA9D-837A-41B1-1BCC-0054EF99489A}" dt="2024-02-18T22:08:57.635" v="102"/>
          <ac:spMkLst>
            <pc:docMk/>
            <pc:sldMk cId="412739805" sldId="266"/>
            <ac:spMk id="24" creationId="{A8384FB5-9ADC-4DDC-881B-597D56F5B15D}"/>
          </ac:spMkLst>
        </pc:spChg>
        <pc:spChg chg="add del">
          <ac:chgData name="Dmitry Boltyanskiy" userId="S::dimitribolt75@unm.edu::fe14e402-18c1-489d-bc65-28f0a082ca1b" providerId="AD" clId="Web-{AE5CEA9D-837A-41B1-1BCC-0054EF99489A}" dt="2024-02-18T22:08:57.635" v="102"/>
          <ac:spMkLst>
            <pc:docMk/>
            <pc:sldMk cId="412739805" sldId="266"/>
            <ac:spMk id="25" creationId="{1199E1B1-A8C0-4FE8-A5A8-1CB41D69F857}"/>
          </ac:spMkLst>
        </pc:spChg>
        <pc:spChg chg="add del">
          <ac:chgData name="Dmitry Boltyanskiy" userId="S::dimitribolt75@unm.edu::fe14e402-18c1-489d-bc65-28f0a082ca1b" providerId="AD" clId="Web-{AE5CEA9D-837A-41B1-1BCC-0054EF99489A}" dt="2024-02-18T22:08:57.635" v="102"/>
          <ac:spMkLst>
            <pc:docMk/>
            <pc:sldMk cId="412739805" sldId="266"/>
            <ac:spMk id="26" creationId="{84A8DE83-DE75-4B41-9DB4-A7EC0B0DEC0B}"/>
          </ac:spMkLst>
        </pc:spChg>
        <pc:spChg chg="add del">
          <ac:chgData name="Dmitry Boltyanskiy" userId="S::dimitribolt75@unm.edu::fe14e402-18c1-489d-bc65-28f0a082ca1b" providerId="AD" clId="Web-{AE5CEA9D-837A-41B1-1BCC-0054EF99489A}" dt="2024-02-18T22:08:57.635" v="102"/>
          <ac:spMkLst>
            <pc:docMk/>
            <pc:sldMk cId="412739805" sldId="266"/>
            <ac:spMk id="27" creationId="{A7009A0A-BEF5-4EAC-AF15-E4F9F002E239}"/>
          </ac:spMkLst>
        </pc:spChg>
        <pc:spChg chg="add del">
          <ac:chgData name="Dmitry Boltyanskiy" userId="S::dimitribolt75@unm.edu::fe14e402-18c1-489d-bc65-28f0a082ca1b" providerId="AD" clId="Web-{AE5CEA9D-837A-41B1-1BCC-0054EF99489A}" dt="2024-02-18T22:09:02.385" v="104"/>
          <ac:spMkLst>
            <pc:docMk/>
            <pc:sldMk cId="412739805" sldId="266"/>
            <ac:spMk id="29" creationId="{A8384FB5-9ADC-4DDC-881B-597D56F5B15D}"/>
          </ac:spMkLst>
        </pc:spChg>
        <pc:spChg chg="add del">
          <ac:chgData name="Dmitry Boltyanskiy" userId="S::dimitribolt75@unm.edu::fe14e402-18c1-489d-bc65-28f0a082ca1b" providerId="AD" clId="Web-{AE5CEA9D-837A-41B1-1BCC-0054EF99489A}" dt="2024-02-18T22:09:02.385" v="104"/>
          <ac:spMkLst>
            <pc:docMk/>
            <pc:sldMk cId="412739805" sldId="266"/>
            <ac:spMk id="30" creationId="{1199E1B1-A8C0-4FE8-A5A8-1CB41D69F857}"/>
          </ac:spMkLst>
        </pc:spChg>
        <pc:spChg chg="add del">
          <ac:chgData name="Dmitry Boltyanskiy" userId="S::dimitribolt75@unm.edu::fe14e402-18c1-489d-bc65-28f0a082ca1b" providerId="AD" clId="Web-{AE5CEA9D-837A-41B1-1BCC-0054EF99489A}" dt="2024-02-18T22:09:02.385" v="104"/>
          <ac:spMkLst>
            <pc:docMk/>
            <pc:sldMk cId="412739805" sldId="266"/>
            <ac:spMk id="31" creationId="{84A8DE83-DE75-4B41-9DB4-A7EC0B0DEC0B}"/>
          </ac:spMkLst>
        </pc:spChg>
        <pc:spChg chg="add del">
          <ac:chgData name="Dmitry Boltyanskiy" userId="S::dimitribolt75@unm.edu::fe14e402-18c1-489d-bc65-28f0a082ca1b" providerId="AD" clId="Web-{AE5CEA9D-837A-41B1-1BCC-0054EF99489A}" dt="2024-02-18T22:09:02.385" v="104"/>
          <ac:spMkLst>
            <pc:docMk/>
            <pc:sldMk cId="412739805" sldId="266"/>
            <ac:spMk id="32" creationId="{A7009A0A-BEF5-4EAC-AF15-E4F9F002E239}"/>
          </ac:spMkLst>
        </pc:spChg>
        <pc:spChg chg="add del">
          <ac:chgData name="Dmitry Boltyanskiy" userId="S::dimitribolt75@unm.edu::fe14e402-18c1-489d-bc65-28f0a082ca1b" providerId="AD" clId="Web-{AE5CEA9D-837A-41B1-1BCC-0054EF99489A}" dt="2024-02-18T22:09:06.573" v="106"/>
          <ac:spMkLst>
            <pc:docMk/>
            <pc:sldMk cId="412739805" sldId="266"/>
            <ac:spMk id="34" creationId="{A8384FB5-9ADC-4DDC-881B-597D56F5B15D}"/>
          </ac:spMkLst>
        </pc:spChg>
        <pc:spChg chg="add del">
          <ac:chgData name="Dmitry Boltyanskiy" userId="S::dimitribolt75@unm.edu::fe14e402-18c1-489d-bc65-28f0a082ca1b" providerId="AD" clId="Web-{AE5CEA9D-837A-41B1-1BCC-0054EF99489A}" dt="2024-02-18T22:09:06.573" v="106"/>
          <ac:spMkLst>
            <pc:docMk/>
            <pc:sldMk cId="412739805" sldId="266"/>
            <ac:spMk id="35" creationId="{1199E1B1-A8C0-4FE8-A5A8-1CB41D69F857}"/>
          </ac:spMkLst>
        </pc:spChg>
        <pc:spChg chg="add del">
          <ac:chgData name="Dmitry Boltyanskiy" userId="S::dimitribolt75@unm.edu::fe14e402-18c1-489d-bc65-28f0a082ca1b" providerId="AD" clId="Web-{AE5CEA9D-837A-41B1-1BCC-0054EF99489A}" dt="2024-02-18T22:09:06.573" v="106"/>
          <ac:spMkLst>
            <pc:docMk/>
            <pc:sldMk cId="412739805" sldId="266"/>
            <ac:spMk id="36" creationId="{84A8DE83-DE75-4B41-9DB4-A7EC0B0DEC0B}"/>
          </ac:spMkLst>
        </pc:spChg>
        <pc:spChg chg="add del">
          <ac:chgData name="Dmitry Boltyanskiy" userId="S::dimitribolt75@unm.edu::fe14e402-18c1-489d-bc65-28f0a082ca1b" providerId="AD" clId="Web-{AE5CEA9D-837A-41B1-1BCC-0054EF99489A}" dt="2024-02-18T22:09:06.573" v="106"/>
          <ac:spMkLst>
            <pc:docMk/>
            <pc:sldMk cId="412739805" sldId="266"/>
            <ac:spMk id="37" creationId="{A7009A0A-BEF5-4EAC-AF15-E4F9F002E239}"/>
          </ac:spMkLst>
        </pc:spChg>
        <pc:spChg chg="add del">
          <ac:chgData name="Dmitry Boltyanskiy" userId="S::dimitribolt75@unm.edu::fe14e402-18c1-489d-bc65-28f0a082ca1b" providerId="AD" clId="Web-{AE5CEA9D-837A-41B1-1BCC-0054EF99489A}" dt="2024-02-18T22:09:09.166" v="108"/>
          <ac:spMkLst>
            <pc:docMk/>
            <pc:sldMk cId="412739805" sldId="266"/>
            <ac:spMk id="39" creationId="{A8384FB5-9ADC-4DDC-881B-597D56F5B15D}"/>
          </ac:spMkLst>
        </pc:spChg>
        <pc:spChg chg="add del">
          <ac:chgData name="Dmitry Boltyanskiy" userId="S::dimitribolt75@unm.edu::fe14e402-18c1-489d-bc65-28f0a082ca1b" providerId="AD" clId="Web-{AE5CEA9D-837A-41B1-1BCC-0054EF99489A}" dt="2024-02-18T22:09:09.166" v="108"/>
          <ac:spMkLst>
            <pc:docMk/>
            <pc:sldMk cId="412739805" sldId="266"/>
            <ac:spMk id="40" creationId="{1199E1B1-A8C0-4FE8-A5A8-1CB41D69F857}"/>
          </ac:spMkLst>
        </pc:spChg>
        <pc:spChg chg="add del">
          <ac:chgData name="Dmitry Boltyanskiy" userId="S::dimitribolt75@unm.edu::fe14e402-18c1-489d-bc65-28f0a082ca1b" providerId="AD" clId="Web-{AE5CEA9D-837A-41B1-1BCC-0054EF99489A}" dt="2024-02-18T22:09:09.166" v="108"/>
          <ac:spMkLst>
            <pc:docMk/>
            <pc:sldMk cId="412739805" sldId="266"/>
            <ac:spMk id="41" creationId="{84A8DE83-DE75-4B41-9DB4-A7EC0B0DEC0B}"/>
          </ac:spMkLst>
        </pc:spChg>
        <pc:spChg chg="add del">
          <ac:chgData name="Dmitry Boltyanskiy" userId="S::dimitribolt75@unm.edu::fe14e402-18c1-489d-bc65-28f0a082ca1b" providerId="AD" clId="Web-{AE5CEA9D-837A-41B1-1BCC-0054EF99489A}" dt="2024-02-18T22:09:09.166" v="108"/>
          <ac:spMkLst>
            <pc:docMk/>
            <pc:sldMk cId="412739805" sldId="266"/>
            <ac:spMk id="42" creationId="{A7009A0A-BEF5-4EAC-AF15-E4F9F002E239}"/>
          </ac:spMkLst>
        </pc:spChg>
        <pc:spChg chg="add del">
          <ac:chgData name="Dmitry Boltyanskiy" userId="S::dimitribolt75@unm.edu::fe14e402-18c1-489d-bc65-28f0a082ca1b" providerId="AD" clId="Web-{AE5CEA9D-837A-41B1-1BCC-0054EF99489A}" dt="2024-02-18T22:09:11.698" v="110"/>
          <ac:spMkLst>
            <pc:docMk/>
            <pc:sldMk cId="412739805" sldId="266"/>
            <ac:spMk id="44" creationId="{BACC6370-2D7E-4714-9D71-7542949D7D5D}"/>
          </ac:spMkLst>
        </pc:spChg>
        <pc:spChg chg="add del">
          <ac:chgData name="Dmitry Boltyanskiy" userId="S::dimitribolt75@unm.edu::fe14e402-18c1-489d-bc65-28f0a082ca1b" providerId="AD" clId="Web-{AE5CEA9D-837A-41B1-1BCC-0054EF99489A}" dt="2024-02-18T22:09:11.698" v="110"/>
          <ac:spMkLst>
            <pc:docMk/>
            <pc:sldMk cId="412739805" sldId="266"/>
            <ac:spMk id="45" creationId="{F68B3F68-107C-434F-AA38-110D5EA91B85}"/>
          </ac:spMkLst>
        </pc:spChg>
        <pc:spChg chg="add del">
          <ac:chgData name="Dmitry Boltyanskiy" userId="S::dimitribolt75@unm.edu::fe14e402-18c1-489d-bc65-28f0a082ca1b" providerId="AD" clId="Web-{AE5CEA9D-837A-41B1-1BCC-0054EF99489A}" dt="2024-02-18T22:09:11.698" v="110"/>
          <ac:spMkLst>
            <pc:docMk/>
            <pc:sldMk cId="412739805" sldId="266"/>
            <ac:spMk id="46" creationId="{AAD0DBB9-1A4B-4391-81D4-CB19F9AB918A}"/>
          </ac:spMkLst>
        </pc:spChg>
        <pc:spChg chg="add del">
          <ac:chgData name="Dmitry Boltyanskiy" userId="S::dimitribolt75@unm.edu::fe14e402-18c1-489d-bc65-28f0a082ca1b" providerId="AD" clId="Web-{AE5CEA9D-837A-41B1-1BCC-0054EF99489A}" dt="2024-02-18T22:09:11.698" v="110"/>
          <ac:spMkLst>
            <pc:docMk/>
            <pc:sldMk cId="412739805" sldId="266"/>
            <ac:spMk id="47" creationId="{063BBA22-50EA-4C4D-BE05-F1CE4E63AA56}"/>
          </ac:spMkLst>
        </pc:spChg>
        <pc:spChg chg="add del">
          <ac:chgData name="Dmitry Boltyanskiy" userId="S::dimitribolt75@unm.edu::fe14e402-18c1-489d-bc65-28f0a082ca1b" providerId="AD" clId="Web-{AE5CEA9D-837A-41B1-1BCC-0054EF99489A}" dt="2024-02-18T22:09:20.026" v="112"/>
          <ac:spMkLst>
            <pc:docMk/>
            <pc:sldMk cId="412739805" sldId="266"/>
            <ac:spMk id="49" creationId="{7301F447-EEF7-48F5-AF73-7566EE7F64AD}"/>
          </ac:spMkLst>
        </pc:spChg>
        <pc:spChg chg="add del">
          <ac:chgData name="Dmitry Boltyanskiy" userId="S::dimitribolt75@unm.edu::fe14e402-18c1-489d-bc65-28f0a082ca1b" providerId="AD" clId="Web-{AE5CEA9D-837A-41B1-1BCC-0054EF99489A}" dt="2024-02-18T22:09:20.026" v="112"/>
          <ac:spMkLst>
            <pc:docMk/>
            <pc:sldMk cId="412739805" sldId="266"/>
            <ac:spMk id="50" creationId="{F7117410-A2A4-4085-9ADC-46744551DBDE}"/>
          </ac:spMkLst>
        </pc:spChg>
        <pc:spChg chg="add del">
          <ac:chgData name="Dmitry Boltyanskiy" userId="S::dimitribolt75@unm.edu::fe14e402-18c1-489d-bc65-28f0a082ca1b" providerId="AD" clId="Web-{AE5CEA9D-837A-41B1-1BCC-0054EF99489A}" dt="2024-02-18T22:09:20.026" v="112"/>
          <ac:spMkLst>
            <pc:docMk/>
            <pc:sldMk cId="412739805" sldId="266"/>
            <ac:spMk id="51" creationId="{99F74EB5-E547-4FB4-95F5-BCC788F3C4A0}"/>
          </ac:spMkLst>
        </pc:spChg>
        <pc:spChg chg="add del">
          <ac:chgData name="Dmitry Boltyanskiy" userId="S::dimitribolt75@unm.edu::fe14e402-18c1-489d-bc65-28f0a082ca1b" providerId="AD" clId="Web-{AE5CEA9D-837A-41B1-1BCC-0054EF99489A}" dt="2024-02-18T22:09:23.135" v="114"/>
          <ac:spMkLst>
            <pc:docMk/>
            <pc:sldMk cId="412739805" sldId="266"/>
            <ac:spMk id="53" creationId="{89A320C9-9735-4D13-8279-C1C674841392}"/>
          </ac:spMkLst>
        </pc:spChg>
        <pc:spChg chg="add del">
          <ac:chgData name="Dmitry Boltyanskiy" userId="S::dimitribolt75@unm.edu::fe14e402-18c1-489d-bc65-28f0a082ca1b" providerId="AD" clId="Web-{AE5CEA9D-837A-41B1-1BCC-0054EF99489A}" dt="2024-02-18T22:09:23.135" v="114"/>
          <ac:spMkLst>
            <pc:docMk/>
            <pc:sldMk cId="412739805" sldId="266"/>
            <ac:spMk id="54" creationId="{92544CF4-9B52-4A7B-A4B3-88C72729B77D}"/>
          </ac:spMkLst>
        </pc:spChg>
        <pc:spChg chg="add del">
          <ac:chgData name="Dmitry Boltyanskiy" userId="S::dimitribolt75@unm.edu::fe14e402-18c1-489d-bc65-28f0a082ca1b" providerId="AD" clId="Web-{AE5CEA9D-837A-41B1-1BCC-0054EF99489A}" dt="2024-02-18T22:09:23.135" v="114"/>
          <ac:spMkLst>
            <pc:docMk/>
            <pc:sldMk cId="412739805" sldId="266"/>
            <ac:spMk id="55" creationId="{E75862C5-5C00-4421-BC7B-9B7B86DBC80D}"/>
          </ac:spMkLst>
        </pc:spChg>
        <pc:spChg chg="add del">
          <ac:chgData name="Dmitry Boltyanskiy" userId="S::dimitribolt75@unm.edu::fe14e402-18c1-489d-bc65-28f0a082ca1b" providerId="AD" clId="Web-{AE5CEA9D-837A-41B1-1BCC-0054EF99489A}" dt="2024-02-18T22:09:23.135" v="114"/>
          <ac:spMkLst>
            <pc:docMk/>
            <pc:sldMk cId="412739805" sldId="266"/>
            <ac:spMk id="56" creationId="{089440EF-9BE9-4AE9-8C28-00B02296CDB6}"/>
          </ac:spMkLst>
        </pc:spChg>
        <pc:spChg chg="add del">
          <ac:chgData name="Dmitry Boltyanskiy" userId="S::dimitribolt75@unm.edu::fe14e402-18c1-489d-bc65-28f0a082ca1b" providerId="AD" clId="Web-{AE5CEA9D-837A-41B1-1BCC-0054EF99489A}" dt="2024-02-18T22:12:19.013" v="232"/>
          <ac:spMkLst>
            <pc:docMk/>
            <pc:sldMk cId="412739805" sldId="266"/>
            <ac:spMk id="58" creationId="{A8384FB5-9ADC-4DDC-881B-597D56F5B15D}"/>
          </ac:spMkLst>
        </pc:spChg>
        <pc:spChg chg="add del">
          <ac:chgData name="Dmitry Boltyanskiy" userId="S::dimitribolt75@unm.edu::fe14e402-18c1-489d-bc65-28f0a082ca1b" providerId="AD" clId="Web-{AE5CEA9D-837A-41B1-1BCC-0054EF99489A}" dt="2024-02-18T22:12:19.013" v="232"/>
          <ac:spMkLst>
            <pc:docMk/>
            <pc:sldMk cId="412739805" sldId="266"/>
            <ac:spMk id="59" creationId="{1199E1B1-A8C0-4FE8-A5A8-1CB41D69F857}"/>
          </ac:spMkLst>
        </pc:spChg>
        <pc:spChg chg="add del">
          <ac:chgData name="Dmitry Boltyanskiy" userId="S::dimitribolt75@unm.edu::fe14e402-18c1-489d-bc65-28f0a082ca1b" providerId="AD" clId="Web-{AE5CEA9D-837A-41B1-1BCC-0054EF99489A}" dt="2024-02-18T22:12:19.013" v="232"/>
          <ac:spMkLst>
            <pc:docMk/>
            <pc:sldMk cId="412739805" sldId="266"/>
            <ac:spMk id="60" creationId="{84A8DE83-DE75-4B41-9DB4-A7EC0B0DEC0B}"/>
          </ac:spMkLst>
        </pc:spChg>
        <pc:spChg chg="add del">
          <ac:chgData name="Dmitry Boltyanskiy" userId="S::dimitribolt75@unm.edu::fe14e402-18c1-489d-bc65-28f0a082ca1b" providerId="AD" clId="Web-{AE5CEA9D-837A-41B1-1BCC-0054EF99489A}" dt="2024-02-18T22:12:19.013" v="232"/>
          <ac:spMkLst>
            <pc:docMk/>
            <pc:sldMk cId="412739805" sldId="266"/>
            <ac:spMk id="61" creationId="{A7009A0A-BEF5-4EAC-AF15-E4F9F002E239}"/>
          </ac:spMkLst>
        </pc:spChg>
        <pc:grpChg chg="add del">
          <ac:chgData name="Dmitry Boltyanskiy" userId="S::dimitribolt75@unm.edu::fe14e402-18c1-489d-bc65-28f0a082ca1b" providerId="AD" clId="Web-{AE5CEA9D-837A-41B1-1BCC-0054EF99489A}" dt="2024-02-18T22:12:16.013" v="229"/>
          <ac:grpSpMkLst>
            <pc:docMk/>
            <pc:sldMk cId="412739805" sldId="266"/>
            <ac:grpSpMk id="63" creationId="{7E0FE442-FDE7-03A0-48D0-17C4325DB29D}"/>
          </ac:grpSpMkLst>
        </pc:grpChg>
        <pc:grpChg chg="add del">
          <ac:chgData name="Dmitry Boltyanskiy" userId="S::dimitribolt75@unm.edu::fe14e402-18c1-489d-bc65-28f0a082ca1b" providerId="AD" clId="Web-{AE5CEA9D-837A-41B1-1BCC-0054EF99489A}" dt="2024-02-18T22:12:03.825" v="227"/>
          <ac:grpSpMkLst>
            <pc:docMk/>
            <pc:sldMk cId="412739805" sldId="266"/>
            <ac:grpSpMk id="66" creationId="{7E0FE442-FDE7-03A0-48D0-17C4325DB29D}"/>
          </ac:grpSpMkLst>
        </pc:grpChg>
        <pc:grpChg chg="add del">
          <ac:chgData name="Dmitry Boltyanskiy" userId="S::dimitribolt75@unm.edu::fe14e402-18c1-489d-bc65-28f0a082ca1b" providerId="AD" clId="Web-{AE5CEA9D-837A-41B1-1BCC-0054EF99489A}" dt="2024-02-18T22:12:18.857" v="231"/>
          <ac:grpSpMkLst>
            <pc:docMk/>
            <pc:sldMk cId="412739805" sldId="266"/>
            <ac:grpSpMk id="70" creationId="{7E0FE442-FDE7-03A0-48D0-17C4325DB29D}"/>
          </ac:grpSpMkLst>
        </pc:grpChg>
        <pc:grpChg chg="add">
          <ac:chgData name="Dmitry Boltyanskiy" userId="S::dimitribolt75@unm.edu::fe14e402-18c1-489d-bc65-28f0a082ca1b" providerId="AD" clId="Web-{AE5CEA9D-837A-41B1-1BCC-0054EF99489A}" dt="2024-02-18T22:12:19.013" v="232"/>
          <ac:grpSpMkLst>
            <pc:docMk/>
            <pc:sldMk cId="412739805" sldId="266"/>
            <ac:grpSpMk id="72" creationId="{7E0FE442-FDE7-03A0-48D0-17C4325DB29D}"/>
          </ac:grpSpMkLst>
        </pc:grpChg>
        <pc:graphicFrameChg chg="add del mod ord modGraphic">
          <ac:chgData name="Dmitry Boltyanskiy" userId="S::dimitribolt75@unm.edu::fe14e402-18c1-489d-bc65-28f0a082ca1b" providerId="AD" clId="Web-{AE5CEA9D-837A-41B1-1BCC-0054EF99489A}" dt="2024-02-18T21:49:17.941" v="95"/>
          <ac:graphicFrameMkLst>
            <pc:docMk/>
            <pc:sldMk cId="412739805" sldId="266"/>
            <ac:graphicFrameMk id="6" creationId="{8BE16167-1D40-58A0-720A-7959A49DECE9}"/>
          </ac:graphicFrameMkLst>
        </pc:graphicFrameChg>
        <pc:graphicFrameChg chg="add mod ord modGraphic">
          <ac:chgData name="Dmitry Boltyanskiy" userId="S::dimitribolt75@unm.edu::fe14e402-18c1-489d-bc65-28f0a082ca1b" providerId="AD" clId="Web-{AE5CEA9D-837A-41B1-1BCC-0054EF99489A}" dt="2024-02-18T22:12:19.013" v="232"/>
          <ac:graphicFrameMkLst>
            <pc:docMk/>
            <pc:sldMk cId="412739805" sldId="266"/>
            <ac:graphicFrameMk id="6" creationId="{AAD67D5E-49CD-1DC8-7435-AC194E8ED94C}"/>
          </ac:graphicFrameMkLst>
        </pc:graphicFrameChg>
      </pc:sldChg>
      <pc:sldChg chg="modSp new mod modClrScheme chgLayout">
        <pc:chgData name="Dmitry Boltyanskiy" userId="S::dimitribolt75@unm.edu::fe14e402-18c1-489d-bc65-28f0a082ca1b" providerId="AD" clId="Web-{AE5CEA9D-837A-41B1-1BCC-0054EF99489A}" dt="2024-02-18T22:39:30.179" v="284" actId="20577"/>
        <pc:sldMkLst>
          <pc:docMk/>
          <pc:sldMk cId="2919589072" sldId="267"/>
        </pc:sldMkLst>
        <pc:spChg chg="mod ord">
          <ac:chgData name="Dmitry Boltyanskiy" userId="S::dimitribolt75@unm.edu::fe14e402-18c1-489d-bc65-28f0a082ca1b" providerId="AD" clId="Web-{AE5CEA9D-837A-41B1-1BCC-0054EF99489A}" dt="2024-02-18T22:14:24.359" v="236" actId="20577"/>
          <ac:spMkLst>
            <pc:docMk/>
            <pc:sldMk cId="2919589072" sldId="267"/>
            <ac:spMk id="2" creationId="{EB661C65-8006-6B61-7F5B-12FFA655789D}"/>
          </ac:spMkLst>
        </pc:spChg>
        <pc:spChg chg="mod ord">
          <ac:chgData name="Dmitry Boltyanskiy" userId="S::dimitribolt75@unm.edu::fe14e402-18c1-489d-bc65-28f0a082ca1b" providerId="AD" clId="Web-{AE5CEA9D-837A-41B1-1BCC-0054EF99489A}" dt="2024-02-18T22:39:30.179" v="284" actId="20577"/>
          <ac:spMkLst>
            <pc:docMk/>
            <pc:sldMk cId="2919589072" sldId="267"/>
            <ac:spMk id="3" creationId="{AC5077EC-E86A-B1D0-B545-6A07C9536AA2}"/>
          </ac:spMkLst>
        </pc:spChg>
        <pc:spChg chg="mod ord">
          <ac:chgData name="Dmitry Boltyanskiy" userId="S::dimitribolt75@unm.edu::fe14e402-18c1-489d-bc65-28f0a082ca1b" providerId="AD" clId="Web-{AE5CEA9D-837A-41B1-1BCC-0054EF99489A}" dt="2024-02-18T22:12:56.639" v="234"/>
          <ac:spMkLst>
            <pc:docMk/>
            <pc:sldMk cId="2919589072" sldId="267"/>
            <ac:spMk id="4" creationId="{6B520815-EC22-0FA7-0D8D-BF7A14551B3C}"/>
          </ac:spMkLst>
        </pc:spChg>
      </pc:sldChg>
      <pc:sldChg chg="addSp delSp modSp new mod setBg modClrScheme chgLayout">
        <pc:chgData name="Dmitry Boltyanskiy" userId="S::dimitribolt75@unm.edu::fe14e402-18c1-489d-bc65-28f0a082ca1b" providerId="AD" clId="Web-{AE5CEA9D-837A-41B1-1BCC-0054EF99489A}" dt="2024-02-18T22:31:12.265" v="268" actId="20577"/>
        <pc:sldMkLst>
          <pc:docMk/>
          <pc:sldMk cId="3292459433" sldId="268"/>
        </pc:sldMkLst>
        <pc:spChg chg="mod ord">
          <ac:chgData name="Dmitry Boltyanskiy" userId="S::dimitribolt75@unm.edu::fe14e402-18c1-489d-bc65-28f0a082ca1b" providerId="AD" clId="Web-{AE5CEA9D-837A-41B1-1BCC-0054EF99489A}" dt="2024-02-18T22:18:22.988" v="250"/>
          <ac:spMkLst>
            <pc:docMk/>
            <pc:sldMk cId="3292459433" sldId="268"/>
            <ac:spMk id="2" creationId="{342CD372-1BC9-0E57-20F9-1CA183E9F73C}"/>
          </ac:spMkLst>
        </pc:spChg>
        <pc:spChg chg="mod ord">
          <ac:chgData name="Dmitry Boltyanskiy" userId="S::dimitribolt75@unm.edu::fe14e402-18c1-489d-bc65-28f0a082ca1b" providerId="AD" clId="Web-{AE5CEA9D-837A-41B1-1BCC-0054EF99489A}" dt="2024-02-18T22:31:12.265" v="268" actId="20577"/>
          <ac:spMkLst>
            <pc:docMk/>
            <pc:sldMk cId="3292459433" sldId="268"/>
            <ac:spMk id="3" creationId="{923CECDE-391F-4DC7-48E6-218A08C17342}"/>
          </ac:spMkLst>
        </pc:spChg>
        <pc:spChg chg="mod ord">
          <ac:chgData name="Dmitry Boltyanskiy" userId="S::dimitribolt75@unm.edu::fe14e402-18c1-489d-bc65-28f0a082ca1b" providerId="AD" clId="Web-{AE5CEA9D-837A-41B1-1BCC-0054EF99489A}" dt="2024-02-18T22:18:22.988" v="250"/>
          <ac:spMkLst>
            <pc:docMk/>
            <pc:sldMk cId="3292459433" sldId="268"/>
            <ac:spMk id="4" creationId="{BBCF1DDE-1BD1-E214-0E09-5B91553A1E3E}"/>
          </ac:spMkLst>
        </pc:spChg>
        <pc:spChg chg="add del mod ord">
          <ac:chgData name="Dmitry Boltyanskiy" userId="S::dimitribolt75@unm.edu::fe14e402-18c1-489d-bc65-28f0a082ca1b" providerId="AD" clId="Web-{AE5CEA9D-837A-41B1-1BCC-0054EF99489A}" dt="2024-02-18T22:18:19.253" v="249"/>
          <ac:spMkLst>
            <pc:docMk/>
            <pc:sldMk cId="3292459433" sldId="268"/>
            <ac:spMk id="5" creationId="{8367444C-B1A0-F0C5-55E1-7D1349F2268D}"/>
          </ac:spMkLst>
        </pc:spChg>
        <pc:grpChg chg="add">
          <ac:chgData name="Dmitry Boltyanskiy" userId="S::dimitribolt75@unm.edu::fe14e402-18c1-489d-bc65-28f0a082ca1b" providerId="AD" clId="Web-{AE5CEA9D-837A-41B1-1BCC-0054EF99489A}" dt="2024-02-18T22:18:22.988" v="250"/>
          <ac:grpSpMkLst>
            <pc:docMk/>
            <pc:sldMk cId="3292459433" sldId="268"/>
            <ac:grpSpMk id="12" creationId="{7E0FE442-FDE7-03A0-48D0-17C4325DB29D}"/>
          </ac:grpSpMkLst>
        </pc:grpChg>
        <pc:graphicFrameChg chg="add mod ord modGraphic">
          <ac:chgData name="Dmitry Boltyanskiy" userId="S::dimitribolt75@unm.edu::fe14e402-18c1-489d-bc65-28f0a082ca1b" providerId="AD" clId="Web-{AE5CEA9D-837A-41B1-1BCC-0054EF99489A}" dt="2024-02-18T22:19:03.207" v="258"/>
          <ac:graphicFrameMkLst>
            <pc:docMk/>
            <pc:sldMk cId="3292459433" sldId="268"/>
            <ac:graphicFrameMk id="7" creationId="{9AD88B0B-6CA9-6D67-261B-A06580072032}"/>
          </ac:graphicFrameMkLst>
        </pc:graphicFrameChg>
      </pc:sldChg>
      <pc:sldChg chg="addSp delSp modSp new">
        <pc:chgData name="Dmitry Boltyanskiy" userId="S::dimitribolt75@unm.edu::fe14e402-18c1-489d-bc65-28f0a082ca1b" providerId="AD" clId="Web-{AE5CEA9D-837A-41B1-1BCC-0054EF99489A}" dt="2024-02-18T23:14:16.290" v="573" actId="1076"/>
        <pc:sldMkLst>
          <pc:docMk/>
          <pc:sldMk cId="529053169" sldId="269"/>
        </pc:sldMkLst>
        <pc:spChg chg="mod">
          <ac:chgData name="Dmitry Boltyanskiy" userId="S::dimitribolt75@unm.edu::fe14e402-18c1-489d-bc65-28f0a082ca1b" providerId="AD" clId="Web-{AE5CEA9D-837A-41B1-1BCC-0054EF99489A}" dt="2024-02-18T22:49:59.736" v="480" actId="20577"/>
          <ac:spMkLst>
            <pc:docMk/>
            <pc:sldMk cId="529053169" sldId="269"/>
            <ac:spMk id="2" creationId="{49953A01-1C92-D4D1-CD46-11F83EC0D5AE}"/>
          </ac:spMkLst>
        </pc:spChg>
        <pc:spChg chg="del">
          <ac:chgData name="Dmitry Boltyanskiy" userId="S::dimitribolt75@unm.edu::fe14e402-18c1-489d-bc65-28f0a082ca1b" providerId="AD" clId="Web-{AE5CEA9D-837A-41B1-1BCC-0054EF99489A}" dt="2024-02-18T22:40:07.617" v="286"/>
          <ac:spMkLst>
            <pc:docMk/>
            <pc:sldMk cId="529053169" sldId="269"/>
            <ac:spMk id="3" creationId="{72DDE6E5-D5D1-1BAD-34A3-C5D226895AA6}"/>
          </ac:spMkLst>
        </pc:spChg>
        <pc:spChg chg="mod">
          <ac:chgData name="Dmitry Boltyanskiy" userId="S::dimitribolt75@unm.edu::fe14e402-18c1-489d-bc65-28f0a082ca1b" providerId="AD" clId="Web-{AE5CEA9D-837A-41B1-1BCC-0054EF99489A}" dt="2024-02-18T23:06:10.767" v="554" actId="20577"/>
          <ac:spMkLst>
            <pc:docMk/>
            <pc:sldMk cId="529053169" sldId="269"/>
            <ac:spMk id="4" creationId="{9126DF9D-A48D-4833-3AEA-78208DB2DB67}"/>
          </ac:spMkLst>
        </pc:spChg>
        <pc:graphicFrameChg chg="add mod ord modGraphic">
          <ac:chgData name="Dmitry Boltyanskiy" userId="S::dimitribolt75@unm.edu::fe14e402-18c1-489d-bc65-28f0a082ca1b" providerId="AD" clId="Web-{AE5CEA9D-837A-41B1-1BCC-0054EF99489A}" dt="2024-02-18T22:46:20.139" v="391"/>
          <ac:graphicFrameMkLst>
            <pc:docMk/>
            <pc:sldMk cId="529053169" sldId="269"/>
            <ac:graphicFrameMk id="6" creationId="{72248BD0-F3B6-3DF0-F6E9-46F4B64BA35A}"/>
          </ac:graphicFrameMkLst>
        </pc:graphicFrameChg>
        <pc:picChg chg="add del mod">
          <ac:chgData name="Dmitry Boltyanskiy" userId="S::dimitribolt75@unm.edu::fe14e402-18c1-489d-bc65-28f0a082ca1b" providerId="AD" clId="Web-{AE5CEA9D-837A-41B1-1BCC-0054EF99489A}" dt="2024-02-18T22:44:41.669" v="376"/>
          <ac:picMkLst>
            <pc:docMk/>
            <pc:sldMk cId="529053169" sldId="269"/>
            <ac:picMk id="7" creationId="{E68628B6-780B-A181-9CC9-498E802C3556}"/>
          </ac:picMkLst>
        </pc:picChg>
        <pc:picChg chg="add del mod">
          <ac:chgData name="Dmitry Boltyanskiy" userId="S::dimitribolt75@unm.edu::fe14e402-18c1-489d-bc65-28f0a082ca1b" providerId="AD" clId="Web-{AE5CEA9D-837A-41B1-1BCC-0054EF99489A}" dt="2024-02-18T22:45:08.716" v="380"/>
          <ac:picMkLst>
            <pc:docMk/>
            <pc:sldMk cId="529053169" sldId="269"/>
            <ac:picMk id="8" creationId="{815B7BAF-79ED-FE81-CC45-1477768BA27D}"/>
          </ac:picMkLst>
        </pc:picChg>
        <pc:picChg chg="add del mod">
          <ac:chgData name="Dmitry Boltyanskiy" userId="S::dimitribolt75@unm.edu::fe14e402-18c1-489d-bc65-28f0a082ca1b" providerId="AD" clId="Web-{AE5CEA9D-837A-41B1-1BCC-0054EF99489A}" dt="2024-02-18T23:13:29.227" v="562"/>
          <ac:picMkLst>
            <pc:docMk/>
            <pc:sldMk cId="529053169" sldId="269"/>
            <ac:picMk id="9" creationId="{CDB46394-A37E-3BD7-1341-6FDD7806F2FA}"/>
          </ac:picMkLst>
        </pc:picChg>
        <pc:picChg chg="add mod ord">
          <ac:chgData name="Dmitry Boltyanskiy" userId="S::dimitribolt75@unm.edu::fe14e402-18c1-489d-bc65-28f0a082ca1b" providerId="AD" clId="Web-{AE5CEA9D-837A-41B1-1BCC-0054EF99489A}" dt="2024-02-18T23:14:16.290" v="573" actId="1076"/>
          <ac:picMkLst>
            <pc:docMk/>
            <pc:sldMk cId="529053169" sldId="269"/>
            <ac:picMk id="10" creationId="{147C9F4D-69B6-2592-8E56-FBD1FB5B0878}"/>
          </ac:picMkLst>
        </pc:picChg>
        <pc:picChg chg="add mod ord">
          <ac:chgData name="Dmitry Boltyanskiy" userId="S::dimitribolt75@unm.edu::fe14e402-18c1-489d-bc65-28f0a082ca1b" providerId="AD" clId="Web-{AE5CEA9D-837A-41B1-1BCC-0054EF99489A}" dt="2024-02-18T23:14:03.572" v="567"/>
          <ac:picMkLst>
            <pc:docMk/>
            <pc:sldMk cId="529053169" sldId="269"/>
            <ac:picMk id="11" creationId="{F0A1E7EE-F644-5022-E62C-A1E9CB7E0343}"/>
          </ac:picMkLst>
        </pc:picChg>
      </pc:sldChg>
      <pc:sldChg chg="modSp add ord replId">
        <pc:chgData name="Dmitry Boltyanskiy" userId="S::dimitribolt75@unm.edu::fe14e402-18c1-489d-bc65-28f0a082ca1b" providerId="AD" clId="Web-{AE5CEA9D-837A-41B1-1BCC-0054EF99489A}" dt="2024-02-18T23:25:43.536" v="583" actId="20577"/>
        <pc:sldMkLst>
          <pc:docMk/>
          <pc:sldMk cId="3326764871" sldId="270"/>
        </pc:sldMkLst>
        <pc:spChg chg="mod">
          <ac:chgData name="Dmitry Boltyanskiy" userId="S::dimitribolt75@unm.edu::fe14e402-18c1-489d-bc65-28f0a082ca1b" providerId="AD" clId="Web-{AE5CEA9D-837A-41B1-1BCC-0054EF99489A}" dt="2024-02-18T23:25:43.536" v="583" actId="20577"/>
          <ac:spMkLst>
            <pc:docMk/>
            <pc:sldMk cId="3326764871" sldId="270"/>
            <ac:spMk id="2" creationId="{B354A7C9-FE16-E9AC-7358-87D4A96C1766}"/>
          </ac:spMkLst>
        </pc:spChg>
      </pc:sldChg>
      <pc:sldMasterChg chg="mod modSldLayout">
        <pc:chgData name="Dmitry Boltyanskiy" userId="S::dimitribolt75@unm.edu::fe14e402-18c1-489d-bc65-28f0a082ca1b" providerId="AD" clId="Web-{AE5CEA9D-837A-41B1-1BCC-0054EF99489A}" dt="2024-02-18T20:46:35.133" v="15"/>
        <pc:sldMasterMkLst>
          <pc:docMk/>
          <pc:sldMasterMk cId="2460954070" sldId="2147483660"/>
        </pc:sldMasterMkLst>
        <pc:sldLayoutChg chg="mod">
          <pc:chgData name="Dmitry Boltyanskiy" userId="S::dimitribolt75@unm.edu::fe14e402-18c1-489d-bc65-28f0a082ca1b" providerId="AD" clId="Web-{AE5CEA9D-837A-41B1-1BCC-0054EF99489A}" dt="2024-02-18T20:46:35.133" v="15"/>
          <pc:sldLayoutMkLst>
            <pc:docMk/>
            <pc:sldMasterMk cId="2460954070" sldId="2147483660"/>
            <pc:sldLayoutMk cId="2385387890" sldId="2147483661"/>
          </pc:sldLayoutMkLst>
        </pc:sldLayoutChg>
        <pc:sldLayoutChg chg="mod">
          <pc:chgData name="Dmitry Boltyanskiy" userId="S::dimitribolt75@unm.edu::fe14e402-18c1-489d-bc65-28f0a082ca1b" providerId="AD" clId="Web-{AE5CEA9D-837A-41B1-1BCC-0054EF99489A}" dt="2024-02-18T20:46:35.133" v="15"/>
          <pc:sldLayoutMkLst>
            <pc:docMk/>
            <pc:sldMasterMk cId="2460954070" sldId="2147483660"/>
            <pc:sldLayoutMk cId="949138452" sldId="2147483662"/>
          </pc:sldLayoutMkLst>
        </pc:sldLayoutChg>
        <pc:sldLayoutChg chg="mod">
          <pc:chgData name="Dmitry Boltyanskiy" userId="S::dimitribolt75@unm.edu::fe14e402-18c1-489d-bc65-28f0a082ca1b" providerId="AD" clId="Web-{AE5CEA9D-837A-41B1-1BCC-0054EF99489A}" dt="2024-02-18T20:46:35.133" v="15"/>
          <pc:sldLayoutMkLst>
            <pc:docMk/>
            <pc:sldMasterMk cId="2460954070" sldId="2147483660"/>
            <pc:sldLayoutMk cId="2591524520" sldId="2147483663"/>
          </pc:sldLayoutMkLst>
        </pc:sldLayoutChg>
        <pc:sldLayoutChg chg="mod">
          <pc:chgData name="Dmitry Boltyanskiy" userId="S::dimitribolt75@unm.edu::fe14e402-18c1-489d-bc65-28f0a082ca1b" providerId="AD" clId="Web-{AE5CEA9D-837A-41B1-1BCC-0054EF99489A}" dt="2024-02-18T20:46:35.133" v="15"/>
          <pc:sldLayoutMkLst>
            <pc:docMk/>
            <pc:sldMasterMk cId="2460954070" sldId="2147483660"/>
            <pc:sldLayoutMk cId="1203092039" sldId="2147483664"/>
          </pc:sldLayoutMkLst>
        </pc:sldLayoutChg>
        <pc:sldLayoutChg chg="mod">
          <pc:chgData name="Dmitry Boltyanskiy" userId="S::dimitribolt75@unm.edu::fe14e402-18c1-489d-bc65-28f0a082ca1b" providerId="AD" clId="Web-{AE5CEA9D-837A-41B1-1BCC-0054EF99489A}" dt="2024-02-18T20:46:35.133" v="15"/>
          <pc:sldLayoutMkLst>
            <pc:docMk/>
            <pc:sldMasterMk cId="2460954070" sldId="2147483660"/>
            <pc:sldLayoutMk cId="3733172339" sldId="2147483665"/>
          </pc:sldLayoutMkLst>
        </pc:sldLayoutChg>
        <pc:sldLayoutChg chg="mod">
          <pc:chgData name="Dmitry Boltyanskiy" userId="S::dimitribolt75@unm.edu::fe14e402-18c1-489d-bc65-28f0a082ca1b" providerId="AD" clId="Web-{AE5CEA9D-837A-41B1-1BCC-0054EF99489A}" dt="2024-02-18T20:46:35.133" v="15"/>
          <pc:sldLayoutMkLst>
            <pc:docMk/>
            <pc:sldMasterMk cId="2460954070" sldId="2147483660"/>
            <pc:sldLayoutMk cId="3210312558" sldId="2147483666"/>
          </pc:sldLayoutMkLst>
        </pc:sldLayoutChg>
        <pc:sldLayoutChg chg="mod">
          <pc:chgData name="Dmitry Boltyanskiy" userId="S::dimitribolt75@unm.edu::fe14e402-18c1-489d-bc65-28f0a082ca1b" providerId="AD" clId="Web-{AE5CEA9D-837A-41B1-1BCC-0054EF99489A}" dt="2024-02-18T20:46:35.133" v="15"/>
          <pc:sldLayoutMkLst>
            <pc:docMk/>
            <pc:sldMasterMk cId="2460954070" sldId="2147483660"/>
            <pc:sldLayoutMk cId="3146388984" sldId="2147483667"/>
          </pc:sldLayoutMkLst>
        </pc:sldLayoutChg>
        <pc:sldLayoutChg chg="mod">
          <pc:chgData name="Dmitry Boltyanskiy" userId="S::dimitribolt75@unm.edu::fe14e402-18c1-489d-bc65-28f0a082ca1b" providerId="AD" clId="Web-{AE5CEA9D-837A-41B1-1BCC-0054EF99489A}" dt="2024-02-18T20:46:35.133" v="15"/>
          <pc:sldLayoutMkLst>
            <pc:docMk/>
            <pc:sldMasterMk cId="2460954070" sldId="2147483660"/>
            <pc:sldLayoutMk cId="3171841454" sldId="2147483668"/>
          </pc:sldLayoutMkLst>
        </pc:sldLayoutChg>
        <pc:sldLayoutChg chg="mod">
          <pc:chgData name="Dmitry Boltyanskiy" userId="S::dimitribolt75@unm.edu::fe14e402-18c1-489d-bc65-28f0a082ca1b" providerId="AD" clId="Web-{AE5CEA9D-837A-41B1-1BCC-0054EF99489A}" dt="2024-02-18T20:46:35.133" v="15"/>
          <pc:sldLayoutMkLst>
            <pc:docMk/>
            <pc:sldMasterMk cId="2460954070" sldId="2147483660"/>
            <pc:sldLayoutMk cId="1718958274" sldId="2147483669"/>
          </pc:sldLayoutMkLst>
        </pc:sldLayoutChg>
        <pc:sldLayoutChg chg="mod">
          <pc:chgData name="Dmitry Boltyanskiy" userId="S::dimitribolt75@unm.edu::fe14e402-18c1-489d-bc65-28f0a082ca1b" providerId="AD" clId="Web-{AE5CEA9D-837A-41B1-1BCC-0054EF99489A}" dt="2024-02-18T20:46:35.133" v="15"/>
          <pc:sldLayoutMkLst>
            <pc:docMk/>
            <pc:sldMasterMk cId="2460954070" sldId="2147483660"/>
            <pc:sldLayoutMk cId="2202905451" sldId="2147483670"/>
          </pc:sldLayoutMkLst>
        </pc:sldLayoutChg>
        <pc:sldLayoutChg chg="mod">
          <pc:chgData name="Dmitry Boltyanskiy" userId="S::dimitribolt75@unm.edu::fe14e402-18c1-489d-bc65-28f0a082ca1b" providerId="AD" clId="Web-{AE5CEA9D-837A-41B1-1BCC-0054EF99489A}" dt="2024-02-18T20:46:35.133" v="15"/>
          <pc:sldLayoutMkLst>
            <pc:docMk/>
            <pc:sldMasterMk cId="2460954070" sldId="2147483660"/>
            <pc:sldLayoutMk cId="3479445657" sldId="2147483671"/>
          </pc:sldLayoutMkLst>
        </pc:sldLayoutChg>
      </pc:sldMasterChg>
    </pc:docChg>
  </pc:docChgLst>
  <pc:docChgLst>
    <pc:chgData name="Dmitry Boltyanskiy" userId="S::dimitribolt75@unm.edu::fe14e402-18c1-489d-bc65-28f0a082ca1b" providerId="AD" clId="Web-{3C5E3B93-A8BF-02C4-0D82-B959AB9EDC47}"/>
    <pc:docChg chg="modSld">
      <pc:chgData name="Dmitry Boltyanskiy" userId="S::dimitribolt75@unm.edu::fe14e402-18c1-489d-bc65-28f0a082ca1b" providerId="AD" clId="Web-{3C5E3B93-A8BF-02C4-0D82-B959AB9EDC47}" dt="2024-02-19T01:49:53.387" v="165" actId="20577"/>
      <pc:docMkLst>
        <pc:docMk/>
      </pc:docMkLst>
      <pc:sldChg chg="modSp">
        <pc:chgData name="Dmitry Boltyanskiy" userId="S::dimitribolt75@unm.edu::fe14e402-18c1-489d-bc65-28f0a082ca1b" providerId="AD" clId="Web-{3C5E3B93-A8BF-02C4-0D82-B959AB9EDC47}" dt="2024-02-19T01:49:53.387" v="165" actId="20577"/>
        <pc:sldMkLst>
          <pc:docMk/>
          <pc:sldMk cId="109857222" sldId="256"/>
        </pc:sldMkLst>
        <pc:spChg chg="mod">
          <ac:chgData name="Dmitry Boltyanskiy" userId="S::dimitribolt75@unm.edu::fe14e402-18c1-489d-bc65-28f0a082ca1b" providerId="AD" clId="Web-{3C5E3B93-A8BF-02C4-0D82-B959AB9EDC47}" dt="2024-02-19T01:49:53.387" v="165" actId="20577"/>
          <ac:spMkLst>
            <pc:docMk/>
            <pc:sldMk cId="109857222" sldId="256"/>
            <ac:spMk id="3" creationId="{00000000-0000-0000-0000-000000000000}"/>
          </ac:spMkLst>
        </pc:spChg>
      </pc:sldChg>
    </pc:docChg>
  </pc:docChgLst>
  <pc:docChgLst>
    <pc:chgData name="Guest User" userId="S::urn:spo:anon#81cf183f78d5b7fae9e659eeaa135ecd05b4fabfc7b888b9dfc305ffed0e9fd0::" providerId="AD" clId="Web-{3B64B085-C40B-CD55-2DD3-C0B945A1B6D6}"/>
    <pc:docChg chg="addSld modSld sldOrd">
      <pc:chgData name="Guest User" userId="S::urn:spo:anon#81cf183f78d5b7fae9e659eeaa135ecd05b4fabfc7b888b9dfc305ffed0e9fd0::" providerId="AD" clId="Web-{3B64B085-C40B-CD55-2DD3-C0B945A1B6D6}" dt="2024-02-19T07:21:14.889" v="539"/>
      <pc:docMkLst>
        <pc:docMk/>
      </pc:docMkLst>
      <pc:sldChg chg="modNotes">
        <pc:chgData name="Guest User" userId="S::urn:spo:anon#81cf183f78d5b7fae9e659eeaa135ecd05b4fabfc7b888b9dfc305ffed0e9fd0::" providerId="AD" clId="Web-{3B64B085-C40B-CD55-2DD3-C0B945A1B6D6}" dt="2024-02-19T07:15:07.117" v="491"/>
        <pc:sldMkLst>
          <pc:docMk/>
          <pc:sldMk cId="109857222" sldId="256"/>
        </pc:sldMkLst>
      </pc:sldChg>
      <pc:sldChg chg="modSp modNotes">
        <pc:chgData name="Guest User" userId="S::urn:spo:anon#81cf183f78d5b7fae9e659eeaa135ecd05b4fabfc7b888b9dfc305ffed0e9fd0::" providerId="AD" clId="Web-{3B64B085-C40B-CD55-2DD3-C0B945A1B6D6}" dt="2024-02-19T07:16:21.790" v="506"/>
        <pc:sldMkLst>
          <pc:docMk/>
          <pc:sldMk cId="1148228035" sldId="257"/>
        </pc:sldMkLst>
        <pc:spChg chg="mod">
          <ac:chgData name="Guest User" userId="S::urn:spo:anon#81cf183f78d5b7fae9e659eeaa135ecd05b4fabfc7b888b9dfc305ffed0e9fd0::" providerId="AD" clId="Web-{3B64B085-C40B-CD55-2DD3-C0B945A1B6D6}" dt="2024-02-19T07:06:06.577" v="397" actId="20577"/>
          <ac:spMkLst>
            <pc:docMk/>
            <pc:sldMk cId="1148228035" sldId="257"/>
            <ac:spMk id="3" creationId="{B04767B0-D30B-3A40-CF1C-36E36A2D57E6}"/>
          </ac:spMkLst>
        </pc:spChg>
        <pc:spChg chg="mod">
          <ac:chgData name="Guest User" userId="S::urn:spo:anon#81cf183f78d5b7fae9e659eeaa135ecd05b4fabfc7b888b9dfc305ffed0e9fd0::" providerId="AD" clId="Web-{3B64B085-C40B-CD55-2DD3-C0B945A1B6D6}" dt="2024-02-19T07:05:54.655" v="395" actId="20577"/>
          <ac:spMkLst>
            <pc:docMk/>
            <pc:sldMk cId="1148228035" sldId="257"/>
            <ac:spMk id="5" creationId="{9E46477E-2761-37D8-F84F-BA0317BB72D7}"/>
          </ac:spMkLst>
        </pc:spChg>
      </pc:sldChg>
      <pc:sldChg chg="modNotes">
        <pc:chgData name="Guest User" userId="S::urn:spo:anon#81cf183f78d5b7fae9e659eeaa135ecd05b4fabfc7b888b9dfc305ffed0e9fd0::" providerId="AD" clId="Web-{3B64B085-C40B-CD55-2DD3-C0B945A1B6D6}" dt="2024-02-19T07:21:14.889" v="539"/>
        <pc:sldMkLst>
          <pc:docMk/>
          <pc:sldMk cId="4025410187" sldId="258"/>
        </pc:sldMkLst>
      </pc:sldChg>
      <pc:sldChg chg="modSp modNotes">
        <pc:chgData name="Guest User" userId="S::urn:spo:anon#81cf183f78d5b7fae9e659eeaa135ecd05b4fabfc7b888b9dfc305ffed0e9fd0::" providerId="AD" clId="Web-{3B64B085-C40B-CD55-2DD3-C0B945A1B6D6}" dt="2024-02-19T07:17:10.228" v="509"/>
        <pc:sldMkLst>
          <pc:docMk/>
          <pc:sldMk cId="4021928519" sldId="260"/>
        </pc:sldMkLst>
        <pc:spChg chg="mod">
          <ac:chgData name="Guest User" userId="S::urn:spo:anon#81cf183f78d5b7fae9e659eeaa135ecd05b4fabfc7b888b9dfc305ffed0e9fd0::" providerId="AD" clId="Web-{3B64B085-C40B-CD55-2DD3-C0B945A1B6D6}" dt="2024-02-19T07:07:07.327" v="419" actId="20577"/>
          <ac:spMkLst>
            <pc:docMk/>
            <pc:sldMk cId="4021928519" sldId="260"/>
            <ac:spMk id="4" creationId="{00EAFCEA-A951-7B9D-A07D-059F03CF5370}"/>
          </ac:spMkLst>
        </pc:spChg>
      </pc:sldChg>
      <pc:sldChg chg="modNotes">
        <pc:chgData name="Guest User" userId="S::urn:spo:anon#81cf183f78d5b7fae9e659eeaa135ecd05b4fabfc7b888b9dfc305ffed0e9fd0::" providerId="AD" clId="Web-{3B64B085-C40B-CD55-2DD3-C0B945A1B6D6}" dt="2024-02-19T07:17:46.229" v="512"/>
        <pc:sldMkLst>
          <pc:docMk/>
          <pc:sldMk cId="1886967937" sldId="261"/>
        </pc:sldMkLst>
      </pc:sldChg>
      <pc:sldChg chg="modNotes">
        <pc:chgData name="Guest User" userId="S::urn:spo:anon#81cf183f78d5b7fae9e659eeaa135ecd05b4fabfc7b888b9dfc305ffed0e9fd0::" providerId="AD" clId="Web-{3B64B085-C40B-CD55-2DD3-C0B945A1B6D6}" dt="2024-02-19T07:18:21.542" v="515"/>
        <pc:sldMkLst>
          <pc:docMk/>
          <pc:sldMk cId="686260785" sldId="262"/>
        </pc:sldMkLst>
      </pc:sldChg>
      <pc:sldChg chg="modNotes">
        <pc:chgData name="Guest User" userId="S::urn:spo:anon#81cf183f78d5b7fae9e659eeaa135ecd05b4fabfc7b888b9dfc305ffed0e9fd0::" providerId="AD" clId="Web-{3B64B085-C40B-CD55-2DD3-C0B945A1B6D6}" dt="2024-02-19T07:19:10.090" v="519"/>
        <pc:sldMkLst>
          <pc:docMk/>
          <pc:sldMk cId="3845657461" sldId="263"/>
        </pc:sldMkLst>
      </pc:sldChg>
      <pc:sldChg chg="modNotes">
        <pc:chgData name="Guest User" userId="S::urn:spo:anon#81cf183f78d5b7fae9e659eeaa135ecd05b4fabfc7b888b9dfc305ffed0e9fd0::" providerId="AD" clId="Web-{3B64B085-C40B-CD55-2DD3-C0B945A1B6D6}" dt="2024-02-19T07:20:10.810" v="533"/>
        <pc:sldMkLst>
          <pc:docMk/>
          <pc:sldMk cId="2115482329" sldId="265"/>
        </pc:sldMkLst>
      </pc:sldChg>
      <pc:sldChg chg="modNotes">
        <pc:chgData name="Guest User" userId="S::urn:spo:anon#81cf183f78d5b7fae9e659eeaa135ecd05b4fabfc7b888b9dfc305ffed0e9fd0::" providerId="AD" clId="Web-{3B64B085-C40B-CD55-2DD3-C0B945A1B6D6}" dt="2024-02-19T07:20:41.592" v="536"/>
        <pc:sldMkLst>
          <pc:docMk/>
          <pc:sldMk cId="412739805" sldId="266"/>
        </pc:sldMkLst>
      </pc:sldChg>
      <pc:sldChg chg="modSp">
        <pc:chgData name="Guest User" userId="S::urn:spo:anon#81cf183f78d5b7fae9e659eeaa135ecd05b4fabfc7b888b9dfc305ffed0e9fd0::" providerId="AD" clId="Web-{3B64B085-C40B-CD55-2DD3-C0B945A1B6D6}" dt="2024-02-19T07:09:18.376" v="424" actId="20577"/>
        <pc:sldMkLst>
          <pc:docMk/>
          <pc:sldMk cId="3292459433" sldId="268"/>
        </pc:sldMkLst>
        <pc:spChg chg="mod">
          <ac:chgData name="Guest User" userId="S::urn:spo:anon#81cf183f78d5b7fae9e659eeaa135ecd05b4fabfc7b888b9dfc305ffed0e9fd0::" providerId="AD" clId="Web-{3B64B085-C40B-CD55-2DD3-C0B945A1B6D6}" dt="2024-02-19T07:09:18.376" v="424" actId="20577"/>
          <ac:spMkLst>
            <pc:docMk/>
            <pc:sldMk cId="3292459433" sldId="268"/>
            <ac:spMk id="2" creationId="{342CD372-1BC9-0E57-20F9-1CA183E9F73C}"/>
          </ac:spMkLst>
        </pc:spChg>
        <pc:spChg chg="mod">
          <ac:chgData name="Guest User" userId="S::urn:spo:anon#81cf183f78d5b7fae9e659eeaa135ecd05b4fabfc7b888b9dfc305ffed0e9fd0::" providerId="AD" clId="Web-{3B64B085-C40B-CD55-2DD3-C0B945A1B6D6}" dt="2024-02-19T07:08:58.485" v="423" actId="20577"/>
          <ac:spMkLst>
            <pc:docMk/>
            <pc:sldMk cId="3292459433" sldId="268"/>
            <ac:spMk id="3" creationId="{923CECDE-391F-4DC7-48E6-218A08C17342}"/>
          </ac:spMkLst>
        </pc:spChg>
      </pc:sldChg>
      <pc:sldChg chg="modSp">
        <pc:chgData name="Guest User" userId="S::urn:spo:anon#81cf183f78d5b7fae9e659eeaa135ecd05b4fabfc7b888b9dfc305ffed0e9fd0::" providerId="AD" clId="Web-{3B64B085-C40B-CD55-2DD3-C0B945A1B6D6}" dt="2024-02-19T07:10:38.972" v="440" actId="1076"/>
        <pc:sldMkLst>
          <pc:docMk/>
          <pc:sldMk cId="529053169" sldId="269"/>
        </pc:sldMkLst>
        <pc:spChg chg="mod">
          <ac:chgData name="Guest User" userId="S::urn:spo:anon#81cf183f78d5b7fae9e659eeaa135ecd05b4fabfc7b888b9dfc305ffed0e9fd0::" providerId="AD" clId="Web-{3B64B085-C40B-CD55-2DD3-C0B945A1B6D6}" dt="2024-02-19T07:10:06.565" v="431" actId="20577"/>
          <ac:spMkLst>
            <pc:docMk/>
            <pc:sldMk cId="529053169" sldId="269"/>
            <ac:spMk id="2" creationId="{49953A01-1C92-D4D1-CD46-11F83EC0D5AE}"/>
          </ac:spMkLst>
        </pc:spChg>
        <pc:spChg chg="mod">
          <ac:chgData name="Guest User" userId="S::urn:spo:anon#81cf183f78d5b7fae9e659eeaa135ecd05b4fabfc7b888b9dfc305ffed0e9fd0::" providerId="AD" clId="Web-{3B64B085-C40B-CD55-2DD3-C0B945A1B6D6}" dt="2024-02-19T07:10:38.972" v="440" actId="1076"/>
          <ac:spMkLst>
            <pc:docMk/>
            <pc:sldMk cId="529053169" sldId="269"/>
            <ac:spMk id="4" creationId="{9126DF9D-A48D-4833-3AEA-78208DB2DB67}"/>
          </ac:spMkLst>
        </pc:spChg>
      </pc:sldChg>
      <pc:sldChg chg="modSp">
        <pc:chgData name="Guest User" userId="S::urn:spo:anon#81cf183f78d5b7fae9e659eeaa135ecd05b4fabfc7b888b9dfc305ffed0e9fd0::" providerId="AD" clId="Web-{3B64B085-C40B-CD55-2DD3-C0B945A1B6D6}" dt="2024-02-19T07:12:06.146" v="449" actId="20577"/>
        <pc:sldMkLst>
          <pc:docMk/>
          <pc:sldMk cId="3865292946" sldId="271"/>
        </pc:sldMkLst>
        <pc:spChg chg="mod">
          <ac:chgData name="Guest User" userId="S::urn:spo:anon#81cf183f78d5b7fae9e659eeaa135ecd05b4fabfc7b888b9dfc305ffed0e9fd0::" providerId="AD" clId="Web-{3B64B085-C40B-CD55-2DD3-C0B945A1B6D6}" dt="2024-02-19T07:12:06.146" v="449" actId="20577"/>
          <ac:spMkLst>
            <pc:docMk/>
            <pc:sldMk cId="3865292946" sldId="271"/>
            <ac:spMk id="3" creationId="{27A61A61-BFD7-F4BD-F2EE-EA77EF2BF697}"/>
          </ac:spMkLst>
        </pc:spChg>
      </pc:sldChg>
      <pc:sldChg chg="modSp">
        <pc:chgData name="Guest User" userId="S::urn:spo:anon#81cf183f78d5b7fae9e659eeaa135ecd05b4fabfc7b888b9dfc305ffed0e9fd0::" providerId="AD" clId="Web-{3B64B085-C40B-CD55-2DD3-C0B945A1B6D6}" dt="2024-02-19T07:12:20.333" v="451" actId="20577"/>
        <pc:sldMkLst>
          <pc:docMk/>
          <pc:sldMk cId="347559775" sldId="272"/>
        </pc:sldMkLst>
        <pc:spChg chg="mod">
          <ac:chgData name="Guest User" userId="S::urn:spo:anon#81cf183f78d5b7fae9e659eeaa135ecd05b4fabfc7b888b9dfc305ffed0e9fd0::" providerId="AD" clId="Web-{3B64B085-C40B-CD55-2DD3-C0B945A1B6D6}" dt="2024-02-19T07:12:20.333" v="451" actId="20577"/>
          <ac:spMkLst>
            <pc:docMk/>
            <pc:sldMk cId="347559775" sldId="272"/>
            <ac:spMk id="2" creationId="{D2A3C12A-A94D-767F-F523-F40F7DD686D4}"/>
          </ac:spMkLst>
        </pc:spChg>
      </pc:sldChg>
      <pc:sldChg chg="addSp delSp modSp new mod ord setBg setClrOvrMap">
        <pc:chgData name="Guest User" userId="S::urn:spo:anon#81cf183f78d5b7fae9e659eeaa135ecd05b4fabfc7b888b9dfc305ffed0e9fd0::" providerId="AD" clId="Web-{3B64B085-C40B-CD55-2DD3-C0B945A1B6D6}" dt="2024-02-19T07:12:56.193" v="458" actId="20577"/>
        <pc:sldMkLst>
          <pc:docMk/>
          <pc:sldMk cId="3231685285" sldId="273"/>
        </pc:sldMkLst>
        <pc:spChg chg="mod">
          <ac:chgData name="Guest User" userId="S::urn:spo:anon#81cf183f78d5b7fae9e659eeaa135ecd05b4fabfc7b888b9dfc305ffed0e9fd0::" providerId="AD" clId="Web-{3B64B085-C40B-CD55-2DD3-C0B945A1B6D6}" dt="2024-02-19T07:12:56.193" v="458" actId="20577"/>
          <ac:spMkLst>
            <pc:docMk/>
            <pc:sldMk cId="3231685285" sldId="273"/>
            <ac:spMk id="2" creationId="{E3D6D92D-5E38-6652-39A7-F393AEA7CA52}"/>
          </ac:spMkLst>
        </pc:spChg>
        <pc:spChg chg="del">
          <ac:chgData name="Guest User" userId="S::urn:spo:anon#81cf183f78d5b7fae9e659eeaa135ecd05b4fabfc7b888b9dfc305ffed0e9fd0::" providerId="AD" clId="Web-{3B64B085-C40B-CD55-2DD3-C0B945A1B6D6}" dt="2024-02-19T06:29:51.521" v="34"/>
          <ac:spMkLst>
            <pc:docMk/>
            <pc:sldMk cId="3231685285" sldId="273"/>
            <ac:spMk id="3" creationId="{5C7EDA4A-E0D6-B185-0A79-63FA7C4FB21B}"/>
          </ac:spMkLst>
        </pc:spChg>
        <pc:spChg chg="mod">
          <ac:chgData name="Guest User" userId="S::urn:spo:anon#81cf183f78d5b7fae9e659eeaa135ecd05b4fabfc7b888b9dfc305ffed0e9fd0::" providerId="AD" clId="Web-{3B64B085-C40B-CD55-2DD3-C0B945A1B6D6}" dt="2024-02-19T06:34:30.134" v="49"/>
          <ac:spMkLst>
            <pc:docMk/>
            <pc:sldMk cId="3231685285" sldId="273"/>
            <ac:spMk id="4" creationId="{AE1A8902-A55E-95E2-56CD-7D9A7E530BE1}"/>
          </ac:spMkLst>
        </pc:spChg>
        <pc:spChg chg="add del">
          <ac:chgData name="Guest User" userId="S::urn:spo:anon#81cf183f78d5b7fae9e659eeaa135ecd05b4fabfc7b888b9dfc305ffed0e9fd0::" providerId="AD" clId="Web-{3B64B085-C40B-CD55-2DD3-C0B945A1B6D6}" dt="2024-02-19T06:34:30.134" v="49"/>
          <ac:spMkLst>
            <pc:docMk/>
            <pc:sldMk cId="3231685285" sldId="273"/>
            <ac:spMk id="9" creationId="{66B332A4-D438-4773-A77F-5ED49A448D9D}"/>
          </ac:spMkLst>
        </pc:spChg>
        <pc:spChg chg="add del">
          <ac:chgData name="Guest User" userId="S::urn:spo:anon#81cf183f78d5b7fae9e659eeaa135ecd05b4fabfc7b888b9dfc305ffed0e9fd0::" providerId="AD" clId="Web-{3B64B085-C40B-CD55-2DD3-C0B945A1B6D6}" dt="2024-02-19T06:34:30.134" v="49"/>
          <ac:spMkLst>
            <pc:docMk/>
            <pc:sldMk cId="3231685285" sldId="273"/>
            <ac:spMk id="11" creationId="{DF9AD32D-FF05-44F4-BD4D-9CEE89B71EB9}"/>
          </ac:spMkLst>
        </pc:spChg>
        <pc:spChg chg="add del">
          <ac:chgData name="Guest User" userId="S::urn:spo:anon#81cf183f78d5b7fae9e659eeaa135ecd05b4fabfc7b888b9dfc305ffed0e9fd0::" providerId="AD" clId="Web-{3B64B085-C40B-CD55-2DD3-C0B945A1B6D6}" dt="2024-02-19T06:34:30.134" v="49"/>
          <ac:spMkLst>
            <pc:docMk/>
            <pc:sldMk cId="3231685285" sldId="273"/>
            <ac:spMk id="17" creationId="{4D60F200-5EB0-B223-2439-C96C67F0FEE1}"/>
          </ac:spMkLst>
        </pc:spChg>
        <pc:spChg chg="add del">
          <ac:chgData name="Guest User" userId="S::urn:spo:anon#81cf183f78d5b7fae9e659eeaa135ecd05b4fabfc7b888b9dfc305ffed0e9fd0::" providerId="AD" clId="Web-{3B64B085-C40B-CD55-2DD3-C0B945A1B6D6}" dt="2024-02-19T06:34:30.134" v="49"/>
          <ac:spMkLst>
            <pc:docMk/>
            <pc:sldMk cId="3231685285" sldId="273"/>
            <ac:spMk id="19" creationId="{74067CD3-146F-6228-E362-39AA720C25F7}"/>
          </ac:spMkLst>
        </pc:spChg>
        <pc:spChg chg="add del">
          <ac:chgData name="Guest User" userId="S::urn:spo:anon#81cf183f78d5b7fae9e659eeaa135ecd05b4fabfc7b888b9dfc305ffed0e9fd0::" providerId="AD" clId="Web-{3B64B085-C40B-CD55-2DD3-C0B945A1B6D6}" dt="2024-02-19T06:34:30.134" v="49"/>
          <ac:spMkLst>
            <pc:docMk/>
            <pc:sldMk cId="3231685285" sldId="273"/>
            <ac:spMk id="21" creationId="{271C7E5C-A0F8-E9FA-56DB-31A257FD4EDB}"/>
          </ac:spMkLst>
        </pc:spChg>
        <pc:spChg chg="add del">
          <ac:chgData name="Guest User" userId="S::urn:spo:anon#81cf183f78d5b7fae9e659eeaa135ecd05b4fabfc7b888b9dfc305ffed0e9fd0::" providerId="AD" clId="Web-{3B64B085-C40B-CD55-2DD3-C0B945A1B6D6}" dt="2024-02-19T06:34:30.134" v="49"/>
          <ac:spMkLst>
            <pc:docMk/>
            <pc:sldMk cId="3231685285" sldId="273"/>
            <ac:spMk id="23" creationId="{33F70A3C-4474-2A39-470C-FD55A8837503}"/>
          </ac:spMkLst>
        </pc:spChg>
        <pc:spChg chg="add del">
          <ac:chgData name="Guest User" userId="S::urn:spo:anon#81cf183f78d5b7fae9e659eeaa135ecd05b4fabfc7b888b9dfc305ffed0e9fd0::" providerId="AD" clId="Web-{3B64B085-C40B-CD55-2DD3-C0B945A1B6D6}" dt="2024-02-19T06:34:30.134" v="49"/>
          <ac:spMkLst>
            <pc:docMk/>
            <pc:sldMk cId="3231685285" sldId="273"/>
            <ac:spMk id="25" creationId="{BAC3F7D4-9613-0E1F-901C-98FE831DEBC0}"/>
          </ac:spMkLst>
        </pc:spChg>
        <pc:spChg chg="add del">
          <ac:chgData name="Guest User" userId="S::urn:spo:anon#81cf183f78d5b7fae9e659eeaa135ecd05b4fabfc7b888b9dfc305ffed0e9fd0::" providerId="AD" clId="Web-{3B64B085-C40B-CD55-2DD3-C0B945A1B6D6}" dt="2024-02-19T06:34:30.134" v="49"/>
          <ac:spMkLst>
            <pc:docMk/>
            <pc:sldMk cId="3231685285" sldId="273"/>
            <ac:spMk id="27" creationId="{AFD5167C-AF48-26F0-7A9F-3F7643374872}"/>
          </ac:spMkLst>
        </pc:spChg>
        <pc:spChg chg="add del">
          <ac:chgData name="Guest User" userId="S::urn:spo:anon#81cf183f78d5b7fae9e659eeaa135ecd05b4fabfc7b888b9dfc305ffed0e9fd0::" providerId="AD" clId="Web-{3B64B085-C40B-CD55-2DD3-C0B945A1B6D6}" dt="2024-02-19T06:34:30.134" v="49"/>
          <ac:spMkLst>
            <pc:docMk/>
            <pc:sldMk cId="3231685285" sldId="273"/>
            <ac:spMk id="29" creationId="{87B30A01-FCA8-86A5-A840-C32A3BE2EDD6}"/>
          </ac:spMkLst>
        </pc:spChg>
        <pc:picChg chg="add del">
          <ac:chgData name="Guest User" userId="S::urn:spo:anon#81cf183f78d5b7fae9e659eeaa135ecd05b4fabfc7b888b9dfc305ffed0e9fd0::" providerId="AD" clId="Web-{3B64B085-C40B-CD55-2DD3-C0B945A1B6D6}" dt="2024-02-19T06:34:30.134" v="49"/>
          <ac:picMkLst>
            <pc:docMk/>
            <pc:sldMk cId="3231685285" sldId="273"/>
            <ac:picMk id="13" creationId="{D14DB4CB-10D7-197D-2AA8-DB4BA836CB00}"/>
          </ac:picMkLst>
        </pc:picChg>
      </pc:sldChg>
      <pc:sldChg chg="addSp delSp modSp new mod setBg">
        <pc:chgData name="Guest User" userId="S::urn:spo:anon#81cf183f78d5b7fae9e659eeaa135ecd05b4fabfc7b888b9dfc305ffed0e9fd0::" providerId="AD" clId="Web-{3B64B085-C40B-CD55-2DD3-C0B945A1B6D6}" dt="2024-02-19T06:42:14.047" v="138"/>
        <pc:sldMkLst>
          <pc:docMk/>
          <pc:sldMk cId="2492494316" sldId="274"/>
        </pc:sldMkLst>
        <pc:spChg chg="mod">
          <ac:chgData name="Guest User" userId="S::urn:spo:anon#81cf183f78d5b7fae9e659eeaa135ecd05b4fabfc7b888b9dfc305ffed0e9fd0::" providerId="AD" clId="Web-{3B64B085-C40B-CD55-2DD3-C0B945A1B6D6}" dt="2024-02-19T06:42:14.047" v="138"/>
          <ac:spMkLst>
            <pc:docMk/>
            <pc:sldMk cId="2492494316" sldId="274"/>
            <ac:spMk id="2" creationId="{5F2C6DE1-EBC1-3267-6859-6B8A55F90388}"/>
          </ac:spMkLst>
        </pc:spChg>
        <pc:spChg chg="mod ord">
          <ac:chgData name="Guest User" userId="S::urn:spo:anon#81cf183f78d5b7fae9e659eeaa135ecd05b4fabfc7b888b9dfc305ffed0e9fd0::" providerId="AD" clId="Web-{3B64B085-C40B-CD55-2DD3-C0B945A1B6D6}" dt="2024-02-19T06:42:14.047" v="138"/>
          <ac:spMkLst>
            <pc:docMk/>
            <pc:sldMk cId="2492494316" sldId="274"/>
            <ac:spMk id="3" creationId="{57DC7E34-8DA3-89ED-BC21-C4EB43C975A3}"/>
          </ac:spMkLst>
        </pc:spChg>
        <pc:spChg chg="mod ord">
          <ac:chgData name="Guest User" userId="S::urn:spo:anon#81cf183f78d5b7fae9e659eeaa135ecd05b4fabfc7b888b9dfc305ffed0e9fd0::" providerId="AD" clId="Web-{3B64B085-C40B-CD55-2DD3-C0B945A1B6D6}" dt="2024-02-19T06:42:14.047" v="138"/>
          <ac:spMkLst>
            <pc:docMk/>
            <pc:sldMk cId="2492494316" sldId="274"/>
            <ac:spMk id="4" creationId="{A1DA5BA3-CFAD-3F05-239F-9A17DFCDB8E3}"/>
          </ac:spMkLst>
        </pc:spChg>
        <pc:spChg chg="add del">
          <ac:chgData name="Guest User" userId="S::urn:spo:anon#81cf183f78d5b7fae9e659eeaa135ecd05b4fabfc7b888b9dfc305ffed0e9fd0::" providerId="AD" clId="Web-{3B64B085-C40B-CD55-2DD3-C0B945A1B6D6}" dt="2024-02-19T06:38:25.903" v="72"/>
          <ac:spMkLst>
            <pc:docMk/>
            <pc:sldMk cId="2492494316" sldId="274"/>
            <ac:spMk id="10" creationId="{F13C74B1-5B17-4795-BED0-7140497B445A}"/>
          </ac:spMkLst>
        </pc:spChg>
        <pc:spChg chg="add del">
          <ac:chgData name="Guest User" userId="S::urn:spo:anon#81cf183f78d5b7fae9e659eeaa135ecd05b4fabfc7b888b9dfc305ffed0e9fd0::" providerId="AD" clId="Web-{3B64B085-C40B-CD55-2DD3-C0B945A1B6D6}" dt="2024-02-19T06:38:25.903" v="72"/>
          <ac:spMkLst>
            <pc:docMk/>
            <pc:sldMk cId="2492494316" sldId="274"/>
            <ac:spMk id="12" creationId="{D4974D33-8DC5-464E-8C6D-BE58F0669C17}"/>
          </ac:spMkLst>
        </pc:spChg>
        <pc:spChg chg="add del">
          <ac:chgData name="Guest User" userId="S::urn:spo:anon#81cf183f78d5b7fae9e659eeaa135ecd05b4fabfc7b888b9dfc305ffed0e9fd0::" providerId="AD" clId="Web-{3B64B085-C40B-CD55-2DD3-C0B945A1B6D6}" dt="2024-02-19T06:42:14.047" v="138"/>
          <ac:spMkLst>
            <pc:docMk/>
            <pc:sldMk cId="2492494316" sldId="274"/>
            <ac:spMk id="14" creationId="{45D37F4E-DDB4-456B-97E0-9937730A039F}"/>
          </ac:spMkLst>
        </pc:spChg>
        <pc:spChg chg="add del">
          <ac:chgData name="Guest User" userId="S::urn:spo:anon#81cf183f78d5b7fae9e659eeaa135ecd05b4fabfc7b888b9dfc305ffed0e9fd0::" providerId="AD" clId="Web-{3B64B085-C40B-CD55-2DD3-C0B945A1B6D6}" dt="2024-02-19T06:42:14.047" v="138"/>
          <ac:spMkLst>
            <pc:docMk/>
            <pc:sldMk cId="2492494316" sldId="274"/>
            <ac:spMk id="15" creationId="{B2DD41CD-8F47-4F56-AD12-4E2FF7696987}"/>
          </ac:spMkLst>
        </pc:spChg>
        <pc:spChg chg="add del">
          <ac:chgData name="Guest User" userId="S::urn:spo:anon#81cf183f78d5b7fae9e659eeaa135ecd05b4fabfc7b888b9dfc305ffed0e9fd0::" providerId="AD" clId="Web-{3B64B085-C40B-CD55-2DD3-C0B945A1B6D6}" dt="2024-02-19T06:42:14.032" v="137"/>
          <ac:spMkLst>
            <pc:docMk/>
            <pc:sldMk cId="2492494316" sldId="274"/>
            <ac:spMk id="20" creationId="{2EB492CD-616E-47F8-933B-5E2D952A0593}"/>
          </ac:spMkLst>
        </pc:spChg>
        <pc:spChg chg="add del">
          <ac:chgData name="Guest User" userId="S::urn:spo:anon#81cf183f78d5b7fae9e659eeaa135ecd05b4fabfc7b888b9dfc305ffed0e9fd0::" providerId="AD" clId="Web-{3B64B085-C40B-CD55-2DD3-C0B945A1B6D6}" dt="2024-02-19T06:42:14.032" v="137"/>
          <ac:spMkLst>
            <pc:docMk/>
            <pc:sldMk cId="2492494316" sldId="274"/>
            <ac:spMk id="22" creationId="{59383CF9-23B5-4335-9B21-1791C4CF1C75}"/>
          </ac:spMkLst>
        </pc:spChg>
        <pc:spChg chg="add del">
          <ac:chgData name="Guest User" userId="S::urn:spo:anon#81cf183f78d5b7fae9e659eeaa135ecd05b4fabfc7b888b9dfc305ffed0e9fd0::" providerId="AD" clId="Web-{3B64B085-C40B-CD55-2DD3-C0B945A1B6D6}" dt="2024-02-19T06:42:14.032" v="137"/>
          <ac:spMkLst>
            <pc:docMk/>
            <pc:sldMk cId="2492494316" sldId="274"/>
            <ac:spMk id="24" creationId="{0007FE00-9498-4706-B255-6437B0252C02}"/>
          </ac:spMkLst>
        </pc:spChg>
        <pc:spChg chg="add">
          <ac:chgData name="Guest User" userId="S::urn:spo:anon#81cf183f78d5b7fae9e659eeaa135ecd05b4fabfc7b888b9dfc305ffed0e9fd0::" providerId="AD" clId="Web-{3B64B085-C40B-CD55-2DD3-C0B945A1B6D6}" dt="2024-02-19T06:42:14.047" v="138"/>
          <ac:spMkLst>
            <pc:docMk/>
            <pc:sldMk cId="2492494316" sldId="274"/>
            <ac:spMk id="26" creationId="{D009D6D5-DAC2-4A8B-A17A-E206B9012D09}"/>
          </ac:spMkLst>
        </pc:spChg>
        <pc:picChg chg="add mod">
          <ac:chgData name="Guest User" userId="S::urn:spo:anon#81cf183f78d5b7fae9e659eeaa135ecd05b4fabfc7b888b9dfc305ffed0e9fd0::" providerId="AD" clId="Web-{3B64B085-C40B-CD55-2DD3-C0B945A1B6D6}" dt="2024-02-19T06:42:14.047" v="138"/>
          <ac:picMkLst>
            <pc:docMk/>
            <pc:sldMk cId="2492494316" sldId="274"/>
            <ac:picMk id="5" creationId="{3BE22522-C651-8DFF-C6E0-EE68B5D4814B}"/>
          </ac:picMkLst>
        </pc:picChg>
      </pc:sldChg>
      <pc:sldChg chg="addSp modSp new mod setBg">
        <pc:chgData name="Guest User" userId="S::urn:spo:anon#81cf183f78d5b7fae9e659eeaa135ecd05b4fabfc7b888b9dfc305ffed0e9fd0::" providerId="AD" clId="Web-{3B64B085-C40B-CD55-2DD3-C0B945A1B6D6}" dt="2024-02-19T07:01:22.149" v="358" actId="20577"/>
        <pc:sldMkLst>
          <pc:docMk/>
          <pc:sldMk cId="2472034457" sldId="275"/>
        </pc:sldMkLst>
        <pc:spChg chg="mod">
          <ac:chgData name="Guest User" userId="S::urn:spo:anon#81cf183f78d5b7fae9e659eeaa135ecd05b4fabfc7b888b9dfc305ffed0e9fd0::" providerId="AD" clId="Web-{3B64B085-C40B-CD55-2DD3-C0B945A1B6D6}" dt="2024-02-19T06:42:37.157" v="142" actId="20577"/>
          <ac:spMkLst>
            <pc:docMk/>
            <pc:sldMk cId="2472034457" sldId="275"/>
            <ac:spMk id="2" creationId="{62837274-FF2C-85C5-2418-15A1448CD5A9}"/>
          </ac:spMkLst>
        </pc:spChg>
        <pc:spChg chg="mod">
          <ac:chgData name="Guest User" userId="S::urn:spo:anon#81cf183f78d5b7fae9e659eeaa135ecd05b4fabfc7b888b9dfc305ffed0e9fd0::" providerId="AD" clId="Web-{3B64B085-C40B-CD55-2DD3-C0B945A1B6D6}" dt="2024-02-19T07:01:22.149" v="358" actId="20577"/>
          <ac:spMkLst>
            <pc:docMk/>
            <pc:sldMk cId="2472034457" sldId="275"/>
            <ac:spMk id="3" creationId="{675B9FFF-74A8-85CF-564B-58F505A5F4B5}"/>
          </ac:spMkLst>
        </pc:spChg>
        <pc:spChg chg="mod">
          <ac:chgData name="Guest User" userId="S::urn:spo:anon#81cf183f78d5b7fae9e659eeaa135ecd05b4fabfc7b888b9dfc305ffed0e9fd0::" providerId="AD" clId="Web-{3B64B085-C40B-CD55-2DD3-C0B945A1B6D6}" dt="2024-02-19T06:41:59.469" v="135"/>
          <ac:spMkLst>
            <pc:docMk/>
            <pc:sldMk cId="2472034457" sldId="275"/>
            <ac:spMk id="4" creationId="{8AC57EA2-7516-C92F-5759-0C5C54CD583C}"/>
          </ac:spMkLst>
        </pc:spChg>
        <pc:spChg chg="add">
          <ac:chgData name="Guest User" userId="S::urn:spo:anon#81cf183f78d5b7fae9e659eeaa135ecd05b4fabfc7b888b9dfc305ffed0e9fd0::" providerId="AD" clId="Web-{3B64B085-C40B-CD55-2DD3-C0B945A1B6D6}" dt="2024-02-19T06:41:59.469" v="135"/>
          <ac:spMkLst>
            <pc:docMk/>
            <pc:sldMk cId="2472034457" sldId="275"/>
            <ac:spMk id="10" creationId="{5D13CC36-B950-4F02-9BAF-9A7EB267398C}"/>
          </ac:spMkLst>
        </pc:spChg>
        <pc:spChg chg="add">
          <ac:chgData name="Guest User" userId="S::urn:spo:anon#81cf183f78d5b7fae9e659eeaa135ecd05b4fabfc7b888b9dfc305ffed0e9fd0::" providerId="AD" clId="Web-{3B64B085-C40B-CD55-2DD3-C0B945A1B6D6}" dt="2024-02-19T06:41:59.469" v="135"/>
          <ac:spMkLst>
            <pc:docMk/>
            <pc:sldMk cId="2472034457" sldId="275"/>
            <ac:spMk id="12" creationId="{D1BDED99-B35B-4FEE-A274-8E8DB6FEEECF}"/>
          </ac:spMkLst>
        </pc:spChg>
        <pc:picChg chg="add">
          <ac:chgData name="Guest User" userId="S::urn:spo:anon#81cf183f78d5b7fae9e659eeaa135ecd05b4fabfc7b888b9dfc305ffed0e9fd0::" providerId="AD" clId="Web-{3B64B085-C40B-CD55-2DD3-C0B945A1B6D6}" dt="2024-02-19T06:41:59.469" v="135"/>
          <ac:picMkLst>
            <pc:docMk/>
            <pc:sldMk cId="2472034457" sldId="275"/>
            <ac:picMk id="6" creationId="{E3F8F08A-87F3-0F17-13FF-1733EEAF5A81}"/>
          </ac:picMkLst>
        </pc:picChg>
      </pc:sldChg>
      <pc:sldChg chg="addSp modSp new mod setBg">
        <pc:chgData name="Guest User" userId="S::urn:spo:anon#81cf183f78d5b7fae9e659eeaa135ecd05b4fabfc7b888b9dfc305ffed0e9fd0::" providerId="AD" clId="Web-{3B64B085-C40B-CD55-2DD3-C0B945A1B6D6}" dt="2024-02-19T07:13:07.568" v="461" actId="20577"/>
        <pc:sldMkLst>
          <pc:docMk/>
          <pc:sldMk cId="2916568892" sldId="276"/>
        </pc:sldMkLst>
        <pc:spChg chg="mod">
          <ac:chgData name="Guest User" userId="S::urn:spo:anon#81cf183f78d5b7fae9e659eeaa135ecd05b4fabfc7b888b9dfc305ffed0e9fd0::" providerId="AD" clId="Web-{3B64B085-C40B-CD55-2DD3-C0B945A1B6D6}" dt="2024-02-19T06:56:15.973" v="327"/>
          <ac:spMkLst>
            <pc:docMk/>
            <pc:sldMk cId="2916568892" sldId="276"/>
            <ac:spMk id="2" creationId="{B3A0F6C2-92CB-2100-CBB2-DDFED13B249F}"/>
          </ac:spMkLst>
        </pc:spChg>
        <pc:spChg chg="mod">
          <ac:chgData name="Guest User" userId="S::urn:spo:anon#81cf183f78d5b7fae9e659eeaa135ecd05b4fabfc7b888b9dfc305ffed0e9fd0::" providerId="AD" clId="Web-{3B64B085-C40B-CD55-2DD3-C0B945A1B6D6}" dt="2024-02-19T07:13:07.568" v="461" actId="20577"/>
          <ac:spMkLst>
            <pc:docMk/>
            <pc:sldMk cId="2916568892" sldId="276"/>
            <ac:spMk id="3" creationId="{4A9B8CF3-1ACD-9CF3-4B18-EEFC49C1EBC1}"/>
          </ac:spMkLst>
        </pc:spChg>
        <pc:spChg chg="mod">
          <ac:chgData name="Guest User" userId="S::urn:spo:anon#81cf183f78d5b7fae9e659eeaa135ecd05b4fabfc7b888b9dfc305ffed0e9fd0::" providerId="AD" clId="Web-{3B64B085-C40B-CD55-2DD3-C0B945A1B6D6}" dt="2024-02-19T06:56:15.973" v="327"/>
          <ac:spMkLst>
            <pc:docMk/>
            <pc:sldMk cId="2916568892" sldId="276"/>
            <ac:spMk id="4" creationId="{1EF4B494-4EAA-82DD-4A89-862896E50124}"/>
          </ac:spMkLst>
        </pc:spChg>
        <pc:picChg chg="add">
          <ac:chgData name="Guest User" userId="S::urn:spo:anon#81cf183f78d5b7fae9e659eeaa135ecd05b4fabfc7b888b9dfc305ffed0e9fd0::" providerId="AD" clId="Web-{3B64B085-C40B-CD55-2DD3-C0B945A1B6D6}" dt="2024-02-19T06:56:15.973" v="327"/>
          <ac:picMkLst>
            <pc:docMk/>
            <pc:sldMk cId="2916568892" sldId="276"/>
            <ac:picMk id="6" creationId="{51DF093A-9430-FE10-4298-64351DED2217}"/>
          </ac:picMkLst>
        </pc:picChg>
        <pc:cxnChg chg="add">
          <ac:chgData name="Guest User" userId="S::urn:spo:anon#81cf183f78d5b7fae9e659eeaa135ecd05b4fabfc7b888b9dfc305ffed0e9fd0::" providerId="AD" clId="Web-{3B64B085-C40B-CD55-2DD3-C0B945A1B6D6}" dt="2024-02-19T06:56:15.973" v="327"/>
          <ac:cxnSpMkLst>
            <pc:docMk/>
            <pc:sldMk cId="2916568892" sldId="276"/>
            <ac:cxnSpMk id="10" creationId="{1503BFE4-729B-D9D0-C17B-501E6AF1127A}"/>
          </ac:cxnSpMkLst>
        </pc:cxnChg>
      </pc:sldChg>
      <pc:sldChg chg="addSp modSp new mod setBg">
        <pc:chgData name="Guest User" userId="S::urn:spo:anon#81cf183f78d5b7fae9e659eeaa135ecd05b4fabfc7b888b9dfc305ffed0e9fd0::" providerId="AD" clId="Web-{3B64B085-C40B-CD55-2DD3-C0B945A1B6D6}" dt="2024-02-19T07:13:27.834" v="469" actId="20577"/>
        <pc:sldMkLst>
          <pc:docMk/>
          <pc:sldMk cId="1295557779" sldId="277"/>
        </pc:sldMkLst>
        <pc:spChg chg="mod">
          <ac:chgData name="Guest User" userId="S::urn:spo:anon#81cf183f78d5b7fae9e659eeaa135ecd05b4fabfc7b888b9dfc305ffed0e9fd0::" providerId="AD" clId="Web-{3B64B085-C40B-CD55-2DD3-C0B945A1B6D6}" dt="2024-02-19T07:13:27.834" v="469" actId="20577"/>
          <ac:spMkLst>
            <pc:docMk/>
            <pc:sldMk cId="1295557779" sldId="277"/>
            <ac:spMk id="2" creationId="{FAB7EE19-57A1-4441-707B-0D5315ED230B}"/>
          </ac:spMkLst>
        </pc:spChg>
        <pc:spChg chg="mod">
          <ac:chgData name="Guest User" userId="S::urn:spo:anon#81cf183f78d5b7fae9e659eeaa135ecd05b4fabfc7b888b9dfc305ffed0e9fd0::" providerId="AD" clId="Web-{3B64B085-C40B-CD55-2DD3-C0B945A1B6D6}" dt="2024-02-19T07:02:04.416" v="363" actId="20577"/>
          <ac:spMkLst>
            <pc:docMk/>
            <pc:sldMk cId="1295557779" sldId="277"/>
            <ac:spMk id="3" creationId="{17EC58DA-6272-E14B-BF39-03AB82BA30CD}"/>
          </ac:spMkLst>
        </pc:spChg>
        <pc:spChg chg="mod">
          <ac:chgData name="Guest User" userId="S::urn:spo:anon#81cf183f78d5b7fae9e659eeaa135ecd05b4fabfc7b888b9dfc305ffed0e9fd0::" providerId="AD" clId="Web-{3B64B085-C40B-CD55-2DD3-C0B945A1B6D6}" dt="2024-02-19T06:48:00.435" v="222"/>
          <ac:spMkLst>
            <pc:docMk/>
            <pc:sldMk cId="1295557779" sldId="277"/>
            <ac:spMk id="4" creationId="{93D41853-37DC-63FA-2F72-9C1C03CFE37E}"/>
          </ac:spMkLst>
        </pc:spChg>
        <pc:spChg chg="add">
          <ac:chgData name="Guest User" userId="S::urn:spo:anon#81cf183f78d5b7fae9e659eeaa135ecd05b4fabfc7b888b9dfc305ffed0e9fd0::" providerId="AD" clId="Web-{3B64B085-C40B-CD55-2DD3-C0B945A1B6D6}" dt="2024-02-19T06:48:00.435" v="222"/>
          <ac:spMkLst>
            <pc:docMk/>
            <pc:sldMk cId="1295557779" sldId="277"/>
            <ac:spMk id="11" creationId="{058A14AF-9FB5-4CC7-BA35-E8E85D3EDF0E}"/>
          </ac:spMkLst>
        </pc:spChg>
        <pc:spChg chg="add">
          <ac:chgData name="Guest User" userId="S::urn:spo:anon#81cf183f78d5b7fae9e659eeaa135ecd05b4fabfc7b888b9dfc305ffed0e9fd0::" providerId="AD" clId="Web-{3B64B085-C40B-CD55-2DD3-C0B945A1B6D6}" dt="2024-02-19T06:48:00.435" v="222"/>
          <ac:spMkLst>
            <pc:docMk/>
            <pc:sldMk cId="1295557779" sldId="277"/>
            <ac:spMk id="13" creationId="{3A9A4357-BD1D-4622-A4FE-766E6AB8DE84}"/>
          </ac:spMkLst>
        </pc:spChg>
        <pc:spChg chg="add">
          <ac:chgData name="Guest User" userId="S::urn:spo:anon#81cf183f78d5b7fae9e659eeaa135ecd05b4fabfc7b888b9dfc305ffed0e9fd0::" providerId="AD" clId="Web-{3B64B085-C40B-CD55-2DD3-C0B945A1B6D6}" dt="2024-02-19T06:48:00.435" v="222"/>
          <ac:spMkLst>
            <pc:docMk/>
            <pc:sldMk cId="1295557779" sldId="277"/>
            <ac:spMk id="15" creationId="{E659831F-0D9A-4C63-9EBB-8435B85A440F}"/>
          </ac:spMkLst>
        </pc:spChg>
        <pc:spChg chg="add">
          <ac:chgData name="Guest User" userId="S::urn:spo:anon#81cf183f78d5b7fae9e659eeaa135ecd05b4fabfc7b888b9dfc305ffed0e9fd0::" providerId="AD" clId="Web-{3B64B085-C40B-CD55-2DD3-C0B945A1B6D6}" dt="2024-02-19T06:48:00.435" v="222"/>
          <ac:spMkLst>
            <pc:docMk/>
            <pc:sldMk cId="1295557779" sldId="277"/>
            <ac:spMk id="17" creationId="{E6995CE5-F890-4ABA-82A2-26507CE8D2A3}"/>
          </ac:spMkLst>
        </pc:spChg>
        <pc:graphicFrameChg chg="add mod">
          <ac:chgData name="Guest User" userId="S::urn:spo:anon#81cf183f78d5b7fae9e659eeaa135ecd05b4fabfc7b888b9dfc305ffed0e9fd0::" providerId="AD" clId="Web-{3B64B085-C40B-CD55-2DD3-C0B945A1B6D6}" dt="2024-02-19T06:48:00.435" v="222"/>
          <ac:graphicFrameMkLst>
            <pc:docMk/>
            <pc:sldMk cId="1295557779" sldId="277"/>
            <ac:graphicFrameMk id="6" creationId="{DD325173-642A-75B0-0454-6DD6D434D56B}"/>
          </ac:graphicFrameMkLst>
        </pc:graphicFrameChg>
      </pc:sldChg>
      <pc:sldChg chg="addSp delSp modSp new mod setBg">
        <pc:chgData name="Guest User" userId="S::urn:spo:anon#81cf183f78d5b7fae9e659eeaa135ecd05b4fabfc7b888b9dfc305ffed0e9fd0::" providerId="AD" clId="Web-{3B64B085-C40B-CD55-2DD3-C0B945A1B6D6}" dt="2024-02-19T07:13:36.740" v="473" actId="20577"/>
        <pc:sldMkLst>
          <pc:docMk/>
          <pc:sldMk cId="3758047317" sldId="278"/>
        </pc:sldMkLst>
        <pc:spChg chg="mod">
          <ac:chgData name="Guest User" userId="S::urn:spo:anon#81cf183f78d5b7fae9e659eeaa135ecd05b4fabfc7b888b9dfc305ffed0e9fd0::" providerId="AD" clId="Web-{3B64B085-C40B-CD55-2DD3-C0B945A1B6D6}" dt="2024-02-19T07:13:36.740" v="473" actId="20577"/>
          <ac:spMkLst>
            <pc:docMk/>
            <pc:sldMk cId="3758047317" sldId="278"/>
            <ac:spMk id="2" creationId="{926F8092-9513-FAFB-BDFC-D6A7DF294773}"/>
          </ac:spMkLst>
        </pc:spChg>
        <pc:spChg chg="mod">
          <ac:chgData name="Guest User" userId="S::urn:spo:anon#81cf183f78d5b7fae9e659eeaa135ecd05b4fabfc7b888b9dfc305ffed0e9fd0::" providerId="AD" clId="Web-{3B64B085-C40B-CD55-2DD3-C0B945A1B6D6}" dt="2024-02-19T07:03:47.495" v="377" actId="20577"/>
          <ac:spMkLst>
            <pc:docMk/>
            <pc:sldMk cId="3758047317" sldId="278"/>
            <ac:spMk id="3" creationId="{C8876AFB-5841-EA9F-3B1E-E6D0339462CE}"/>
          </ac:spMkLst>
        </pc:spChg>
        <pc:spChg chg="mod">
          <ac:chgData name="Guest User" userId="S::urn:spo:anon#81cf183f78d5b7fae9e659eeaa135ecd05b4fabfc7b888b9dfc305ffed0e9fd0::" providerId="AD" clId="Web-{3B64B085-C40B-CD55-2DD3-C0B945A1B6D6}" dt="2024-02-19T06:50:02.999" v="233"/>
          <ac:spMkLst>
            <pc:docMk/>
            <pc:sldMk cId="3758047317" sldId="278"/>
            <ac:spMk id="4" creationId="{A237768C-27A5-D5E3-145B-99E21C542984}"/>
          </ac:spMkLst>
        </pc:spChg>
        <pc:spChg chg="add del">
          <ac:chgData name="Guest User" userId="S::urn:spo:anon#81cf183f78d5b7fae9e659eeaa135ecd05b4fabfc7b888b9dfc305ffed0e9fd0::" providerId="AD" clId="Web-{3B64B085-C40B-CD55-2DD3-C0B945A1B6D6}" dt="2024-02-19T06:50:02.936" v="232"/>
          <ac:spMkLst>
            <pc:docMk/>
            <pc:sldMk cId="3758047317" sldId="278"/>
            <ac:spMk id="11" creationId="{058A14AF-9FB5-4CC7-BA35-E8E85D3EDF0E}"/>
          </ac:spMkLst>
        </pc:spChg>
        <pc:spChg chg="add del">
          <ac:chgData name="Guest User" userId="S::urn:spo:anon#81cf183f78d5b7fae9e659eeaa135ecd05b4fabfc7b888b9dfc305ffed0e9fd0::" providerId="AD" clId="Web-{3B64B085-C40B-CD55-2DD3-C0B945A1B6D6}" dt="2024-02-19T06:50:02.936" v="232"/>
          <ac:spMkLst>
            <pc:docMk/>
            <pc:sldMk cId="3758047317" sldId="278"/>
            <ac:spMk id="13" creationId="{3A9A4357-BD1D-4622-A4FE-766E6AB8DE84}"/>
          </ac:spMkLst>
        </pc:spChg>
        <pc:spChg chg="add del">
          <ac:chgData name="Guest User" userId="S::urn:spo:anon#81cf183f78d5b7fae9e659eeaa135ecd05b4fabfc7b888b9dfc305ffed0e9fd0::" providerId="AD" clId="Web-{3B64B085-C40B-CD55-2DD3-C0B945A1B6D6}" dt="2024-02-19T06:50:02.936" v="232"/>
          <ac:spMkLst>
            <pc:docMk/>
            <pc:sldMk cId="3758047317" sldId="278"/>
            <ac:spMk id="15" creationId="{E659831F-0D9A-4C63-9EBB-8435B85A440F}"/>
          </ac:spMkLst>
        </pc:spChg>
        <pc:spChg chg="add del">
          <ac:chgData name="Guest User" userId="S::urn:spo:anon#81cf183f78d5b7fae9e659eeaa135ecd05b4fabfc7b888b9dfc305ffed0e9fd0::" providerId="AD" clId="Web-{3B64B085-C40B-CD55-2DD3-C0B945A1B6D6}" dt="2024-02-19T06:50:02.936" v="232"/>
          <ac:spMkLst>
            <pc:docMk/>
            <pc:sldMk cId="3758047317" sldId="278"/>
            <ac:spMk id="17" creationId="{E6995CE5-F890-4ABA-82A2-26507CE8D2A3}"/>
          </ac:spMkLst>
        </pc:spChg>
        <pc:spChg chg="add">
          <ac:chgData name="Guest User" userId="S::urn:spo:anon#81cf183f78d5b7fae9e659eeaa135ecd05b4fabfc7b888b9dfc305ffed0e9fd0::" providerId="AD" clId="Web-{3B64B085-C40B-CD55-2DD3-C0B945A1B6D6}" dt="2024-02-19T06:50:02.999" v="233"/>
          <ac:spMkLst>
            <pc:docMk/>
            <pc:sldMk cId="3758047317" sldId="278"/>
            <ac:spMk id="19" creationId="{2C1BBA94-3F40-40AA-8BB9-E69E25E537C1}"/>
          </ac:spMkLst>
        </pc:spChg>
        <pc:spChg chg="add">
          <ac:chgData name="Guest User" userId="S::urn:spo:anon#81cf183f78d5b7fae9e659eeaa135ecd05b4fabfc7b888b9dfc305ffed0e9fd0::" providerId="AD" clId="Web-{3B64B085-C40B-CD55-2DD3-C0B945A1B6D6}" dt="2024-02-19T06:50:02.999" v="233"/>
          <ac:spMkLst>
            <pc:docMk/>
            <pc:sldMk cId="3758047317" sldId="278"/>
            <ac:spMk id="20" creationId="{DBC6133C-0615-4CE4-9132-37E609A9BDFA}"/>
          </ac:spMkLst>
        </pc:spChg>
        <pc:spChg chg="add">
          <ac:chgData name="Guest User" userId="S::urn:spo:anon#81cf183f78d5b7fae9e659eeaa135ecd05b4fabfc7b888b9dfc305ffed0e9fd0::" providerId="AD" clId="Web-{3B64B085-C40B-CD55-2DD3-C0B945A1B6D6}" dt="2024-02-19T06:50:02.999" v="233"/>
          <ac:spMkLst>
            <pc:docMk/>
            <pc:sldMk cId="3758047317" sldId="278"/>
            <ac:spMk id="21" creationId="{169CC832-2974-4E8D-90ED-3E2941BA7336}"/>
          </ac:spMkLst>
        </pc:spChg>
        <pc:spChg chg="add">
          <ac:chgData name="Guest User" userId="S::urn:spo:anon#81cf183f78d5b7fae9e659eeaa135ecd05b4fabfc7b888b9dfc305ffed0e9fd0::" providerId="AD" clId="Web-{3B64B085-C40B-CD55-2DD3-C0B945A1B6D6}" dt="2024-02-19T06:50:02.999" v="233"/>
          <ac:spMkLst>
            <pc:docMk/>
            <pc:sldMk cId="3758047317" sldId="278"/>
            <ac:spMk id="22" creationId="{55222F96-971A-4F90-B841-6BAB416C7AC1}"/>
          </ac:spMkLst>
        </pc:spChg>
        <pc:spChg chg="add">
          <ac:chgData name="Guest User" userId="S::urn:spo:anon#81cf183f78d5b7fae9e659eeaa135ecd05b4fabfc7b888b9dfc305ffed0e9fd0::" providerId="AD" clId="Web-{3B64B085-C40B-CD55-2DD3-C0B945A1B6D6}" dt="2024-02-19T06:50:02.999" v="233"/>
          <ac:spMkLst>
            <pc:docMk/>
            <pc:sldMk cId="3758047317" sldId="278"/>
            <ac:spMk id="23" creationId="{08980754-6F4B-43C9-B9BE-127B6BED6586}"/>
          </ac:spMkLst>
        </pc:spChg>
        <pc:graphicFrameChg chg="add mod modGraphic">
          <ac:chgData name="Guest User" userId="S::urn:spo:anon#81cf183f78d5b7fae9e659eeaa135ecd05b4fabfc7b888b9dfc305ffed0e9fd0::" providerId="AD" clId="Web-{3B64B085-C40B-CD55-2DD3-C0B945A1B6D6}" dt="2024-02-19T06:50:37.046" v="244"/>
          <ac:graphicFrameMkLst>
            <pc:docMk/>
            <pc:sldMk cId="3758047317" sldId="278"/>
            <ac:graphicFrameMk id="6" creationId="{CA14F110-A644-83DC-50D6-77942661AFAA}"/>
          </ac:graphicFrameMkLst>
        </pc:graphicFrameChg>
      </pc:sldChg>
      <pc:sldChg chg="addSp delSp modSp new mod setBg">
        <pc:chgData name="Guest User" userId="S::urn:spo:anon#81cf183f78d5b7fae9e659eeaa135ecd05b4fabfc7b888b9dfc305ffed0e9fd0::" providerId="AD" clId="Web-{3B64B085-C40B-CD55-2DD3-C0B945A1B6D6}" dt="2024-02-19T07:13:44.428" v="477" actId="20577"/>
        <pc:sldMkLst>
          <pc:docMk/>
          <pc:sldMk cId="1965626674" sldId="279"/>
        </pc:sldMkLst>
        <pc:spChg chg="mod">
          <ac:chgData name="Guest User" userId="S::urn:spo:anon#81cf183f78d5b7fae9e659eeaa135ecd05b4fabfc7b888b9dfc305ffed0e9fd0::" providerId="AD" clId="Web-{3B64B085-C40B-CD55-2DD3-C0B945A1B6D6}" dt="2024-02-19T07:13:44.428" v="477" actId="20577"/>
          <ac:spMkLst>
            <pc:docMk/>
            <pc:sldMk cId="1965626674" sldId="279"/>
            <ac:spMk id="2" creationId="{32BA4B92-076D-9762-E989-C1DB227820FE}"/>
          </ac:spMkLst>
        </pc:spChg>
        <pc:spChg chg="add del mod">
          <ac:chgData name="Guest User" userId="S::urn:spo:anon#81cf183f78d5b7fae9e659eeaa135ecd05b4fabfc7b888b9dfc305ffed0e9fd0::" providerId="AD" clId="Web-{3B64B085-C40B-CD55-2DD3-C0B945A1B6D6}" dt="2024-02-19T06:54:28.675" v="317"/>
          <ac:spMkLst>
            <pc:docMk/>
            <pc:sldMk cId="1965626674" sldId="279"/>
            <ac:spMk id="3" creationId="{4EAC78A9-E356-5820-D39C-9DD9CE2757D6}"/>
          </ac:spMkLst>
        </pc:spChg>
        <pc:spChg chg="mod">
          <ac:chgData name="Guest User" userId="S::urn:spo:anon#81cf183f78d5b7fae9e659eeaa135ecd05b4fabfc7b888b9dfc305ffed0e9fd0::" providerId="AD" clId="Web-{3B64B085-C40B-CD55-2DD3-C0B945A1B6D6}" dt="2024-02-19T06:54:28.675" v="317"/>
          <ac:spMkLst>
            <pc:docMk/>
            <pc:sldMk cId="1965626674" sldId="279"/>
            <ac:spMk id="4" creationId="{F585D254-CAC5-782B-856E-55286C12F684}"/>
          </ac:spMkLst>
        </pc:spChg>
        <pc:spChg chg="add mod">
          <ac:chgData name="Guest User" userId="S::urn:spo:anon#81cf183f78d5b7fae9e659eeaa135ecd05b4fabfc7b888b9dfc305ffed0e9fd0::" providerId="AD" clId="Web-{3B64B085-C40B-CD55-2DD3-C0B945A1B6D6}" dt="2024-02-19T07:04:37.699" v="393" actId="20577"/>
          <ac:spMkLst>
            <pc:docMk/>
            <pc:sldMk cId="1965626674" sldId="279"/>
            <ac:spMk id="9" creationId="{4EAC78A9-E356-5820-D39C-9DD9CE2757D6}"/>
          </ac:spMkLst>
        </pc:spChg>
        <pc:spChg chg="add">
          <ac:chgData name="Guest User" userId="S::urn:spo:anon#81cf183f78d5b7fae9e659eeaa135ecd05b4fabfc7b888b9dfc305ffed0e9fd0::" providerId="AD" clId="Web-{3B64B085-C40B-CD55-2DD3-C0B945A1B6D6}" dt="2024-02-19T06:54:28.675" v="317"/>
          <ac:spMkLst>
            <pc:docMk/>
            <pc:sldMk cId="1965626674" sldId="279"/>
            <ac:spMk id="11" creationId="{E81BF4F6-F2CF-4984-9D14-D6966D92F99F}"/>
          </ac:spMkLst>
        </pc:spChg>
        <pc:graphicFrameChg chg="add del">
          <ac:chgData name="Guest User" userId="S::urn:spo:anon#81cf183f78d5b7fae9e659eeaa135ecd05b4fabfc7b888b9dfc305ffed0e9fd0::" providerId="AD" clId="Web-{3B64B085-C40B-CD55-2DD3-C0B945A1B6D6}" dt="2024-02-19T06:54:28.675" v="316"/>
          <ac:graphicFrameMkLst>
            <pc:docMk/>
            <pc:sldMk cId="1965626674" sldId="279"/>
            <ac:graphicFrameMk id="6" creationId="{89C45D6E-DE56-D79C-6799-3372F47DC25B}"/>
          </ac:graphicFrameMkLst>
        </pc:graphicFrameChg>
        <pc:picChg chg="add">
          <ac:chgData name="Guest User" userId="S::urn:spo:anon#81cf183f78d5b7fae9e659eeaa135ecd05b4fabfc7b888b9dfc305ffed0e9fd0::" providerId="AD" clId="Web-{3B64B085-C40B-CD55-2DD3-C0B945A1B6D6}" dt="2024-02-19T06:54:28.675" v="317"/>
          <ac:picMkLst>
            <pc:docMk/>
            <pc:sldMk cId="1965626674" sldId="279"/>
            <ac:picMk id="8" creationId="{9843EC62-1ED2-DDC9-CD60-395676DFB1B1}"/>
          </ac:picMkLst>
        </pc:picChg>
      </pc:sldChg>
      <pc:sldChg chg="addSp delSp modSp new mod setBg">
        <pc:chgData name="Guest User" userId="S::urn:spo:anon#81cf183f78d5b7fae9e659eeaa135ecd05b4fabfc7b888b9dfc305ffed0e9fd0::" providerId="AD" clId="Web-{3B64B085-C40B-CD55-2DD3-C0B945A1B6D6}" dt="2024-02-19T07:00:06.133" v="353" actId="20577"/>
        <pc:sldMkLst>
          <pc:docMk/>
          <pc:sldMk cId="2806182083" sldId="280"/>
        </pc:sldMkLst>
        <pc:spChg chg="mod">
          <ac:chgData name="Guest User" userId="S::urn:spo:anon#81cf183f78d5b7fae9e659eeaa135ecd05b4fabfc7b888b9dfc305ffed0e9fd0::" providerId="AD" clId="Web-{3B64B085-C40B-CD55-2DD3-C0B945A1B6D6}" dt="2024-02-19T07:00:06.133" v="353" actId="20577"/>
          <ac:spMkLst>
            <pc:docMk/>
            <pc:sldMk cId="2806182083" sldId="280"/>
            <ac:spMk id="2" creationId="{E2497422-FC39-BF9B-7C26-845A76980DBA}"/>
          </ac:spMkLst>
        </pc:spChg>
        <pc:spChg chg="mod">
          <ac:chgData name="Guest User" userId="S::urn:spo:anon#81cf183f78d5b7fae9e659eeaa135ecd05b4fabfc7b888b9dfc305ffed0e9fd0::" providerId="AD" clId="Web-{3B64B085-C40B-CD55-2DD3-C0B945A1B6D6}" dt="2024-02-19T06:59:09.648" v="350" actId="20577"/>
          <ac:spMkLst>
            <pc:docMk/>
            <pc:sldMk cId="2806182083" sldId="280"/>
            <ac:spMk id="3" creationId="{E5BEC150-4803-7C9E-0F5E-E9C00BDF5050}"/>
          </ac:spMkLst>
        </pc:spChg>
        <pc:spChg chg="mod">
          <ac:chgData name="Guest User" userId="S::urn:spo:anon#81cf183f78d5b7fae9e659eeaa135ecd05b4fabfc7b888b9dfc305ffed0e9fd0::" providerId="AD" clId="Web-{3B64B085-C40B-CD55-2DD3-C0B945A1B6D6}" dt="2024-02-19T06:58:34.100" v="346"/>
          <ac:spMkLst>
            <pc:docMk/>
            <pc:sldMk cId="2806182083" sldId="280"/>
            <ac:spMk id="4" creationId="{916CFD9B-9A17-712E-D0D0-D784F5591D4D}"/>
          </ac:spMkLst>
        </pc:spChg>
        <pc:spChg chg="add del">
          <ac:chgData name="Guest User" userId="S::urn:spo:anon#81cf183f78d5b7fae9e659eeaa135ecd05b4fabfc7b888b9dfc305ffed0e9fd0::" providerId="AD" clId="Web-{3B64B085-C40B-CD55-2DD3-C0B945A1B6D6}" dt="2024-02-19T06:57:38.990" v="339"/>
          <ac:spMkLst>
            <pc:docMk/>
            <pc:sldMk cId="2806182083" sldId="280"/>
            <ac:spMk id="11" creationId="{4AC6B390-BC59-4F1D-A0EE-D71A92F0A0B2}"/>
          </ac:spMkLst>
        </pc:spChg>
        <pc:spChg chg="add del">
          <ac:chgData name="Guest User" userId="S::urn:spo:anon#81cf183f78d5b7fae9e659eeaa135ecd05b4fabfc7b888b9dfc305ffed0e9fd0::" providerId="AD" clId="Web-{3B64B085-C40B-CD55-2DD3-C0B945A1B6D6}" dt="2024-02-19T06:57:38.990" v="339"/>
          <ac:spMkLst>
            <pc:docMk/>
            <pc:sldMk cId="2806182083" sldId="280"/>
            <ac:spMk id="13" creationId="{B6C60D79-16F1-4C4B-B7E3-7634E7069CDE}"/>
          </ac:spMkLst>
        </pc:spChg>
        <pc:spChg chg="add del">
          <ac:chgData name="Guest User" userId="S::urn:spo:anon#81cf183f78d5b7fae9e659eeaa135ecd05b4fabfc7b888b9dfc305ffed0e9fd0::" providerId="AD" clId="Web-{3B64B085-C40B-CD55-2DD3-C0B945A1B6D6}" dt="2024-02-19T06:57:38.990" v="339"/>
          <ac:spMkLst>
            <pc:docMk/>
            <pc:sldMk cId="2806182083" sldId="280"/>
            <ac:spMk id="15" creationId="{426B127E-6498-4C77-9C9D-4553A5113B80}"/>
          </ac:spMkLst>
        </pc:spChg>
        <pc:spChg chg="add del">
          <ac:chgData name="Guest User" userId="S::urn:spo:anon#81cf183f78d5b7fae9e659eeaa135ecd05b4fabfc7b888b9dfc305ffed0e9fd0::" providerId="AD" clId="Web-{3B64B085-C40B-CD55-2DD3-C0B945A1B6D6}" dt="2024-02-19T06:57:45.381" v="341"/>
          <ac:spMkLst>
            <pc:docMk/>
            <pc:sldMk cId="2806182083" sldId="280"/>
            <ac:spMk id="17" creationId="{90D0877E-6CD0-4206-8A18-56CEE73EFBF9}"/>
          </ac:spMkLst>
        </pc:spChg>
        <pc:spChg chg="add del">
          <ac:chgData name="Guest User" userId="S::urn:spo:anon#81cf183f78d5b7fae9e659eeaa135ecd05b4fabfc7b888b9dfc305ffed0e9fd0::" providerId="AD" clId="Web-{3B64B085-C40B-CD55-2DD3-C0B945A1B6D6}" dt="2024-02-19T06:57:45.381" v="341"/>
          <ac:spMkLst>
            <pc:docMk/>
            <pc:sldMk cId="2806182083" sldId="280"/>
            <ac:spMk id="18" creationId="{E18AC0D4-F32D-4067-9F63-E553F4AFFF0E}"/>
          </ac:spMkLst>
        </pc:spChg>
        <pc:spChg chg="add del">
          <ac:chgData name="Guest User" userId="S::urn:spo:anon#81cf183f78d5b7fae9e659eeaa135ecd05b4fabfc7b888b9dfc305ffed0e9fd0::" providerId="AD" clId="Web-{3B64B085-C40B-CD55-2DD3-C0B945A1B6D6}" dt="2024-02-19T06:58:34.100" v="346"/>
          <ac:spMkLst>
            <pc:docMk/>
            <pc:sldMk cId="2806182083" sldId="280"/>
            <ac:spMk id="20" creationId="{2EB492CD-616E-47F8-933B-5E2D952A0593}"/>
          </ac:spMkLst>
        </pc:spChg>
        <pc:spChg chg="add del">
          <ac:chgData name="Guest User" userId="S::urn:spo:anon#81cf183f78d5b7fae9e659eeaa135ecd05b4fabfc7b888b9dfc305ffed0e9fd0::" providerId="AD" clId="Web-{3B64B085-C40B-CD55-2DD3-C0B945A1B6D6}" dt="2024-02-19T06:58:34.100" v="346"/>
          <ac:spMkLst>
            <pc:docMk/>
            <pc:sldMk cId="2806182083" sldId="280"/>
            <ac:spMk id="21" creationId="{59383CF9-23B5-4335-9B21-1791C4CF1C75}"/>
          </ac:spMkLst>
        </pc:spChg>
        <pc:spChg chg="add del">
          <ac:chgData name="Guest User" userId="S::urn:spo:anon#81cf183f78d5b7fae9e659eeaa135ecd05b4fabfc7b888b9dfc305ffed0e9fd0::" providerId="AD" clId="Web-{3B64B085-C40B-CD55-2DD3-C0B945A1B6D6}" dt="2024-02-19T06:58:34.100" v="346"/>
          <ac:spMkLst>
            <pc:docMk/>
            <pc:sldMk cId="2806182083" sldId="280"/>
            <ac:spMk id="22" creationId="{0007FE00-9498-4706-B255-6437B0252C02}"/>
          </ac:spMkLst>
        </pc:spChg>
        <pc:spChg chg="add">
          <ac:chgData name="Guest User" userId="S::urn:spo:anon#81cf183f78d5b7fae9e659eeaa135ecd05b4fabfc7b888b9dfc305ffed0e9fd0::" providerId="AD" clId="Web-{3B64B085-C40B-CD55-2DD3-C0B945A1B6D6}" dt="2024-02-19T06:58:34.100" v="346"/>
          <ac:spMkLst>
            <pc:docMk/>
            <pc:sldMk cId="2806182083" sldId="280"/>
            <ac:spMk id="27" creationId="{90D0877E-6CD0-4206-8A18-56CEE73EFBF9}"/>
          </ac:spMkLst>
        </pc:spChg>
        <pc:spChg chg="add">
          <ac:chgData name="Guest User" userId="S::urn:spo:anon#81cf183f78d5b7fae9e659eeaa135ecd05b4fabfc7b888b9dfc305ffed0e9fd0::" providerId="AD" clId="Web-{3B64B085-C40B-CD55-2DD3-C0B945A1B6D6}" dt="2024-02-19T06:58:34.100" v="346"/>
          <ac:spMkLst>
            <pc:docMk/>
            <pc:sldMk cId="2806182083" sldId="280"/>
            <ac:spMk id="29" creationId="{E18AC0D4-F32D-4067-9F63-E553F4AFFF0E}"/>
          </ac:spMkLst>
        </pc:spChg>
        <pc:graphicFrameChg chg="add del mod modGraphic">
          <ac:chgData name="Guest User" userId="S::urn:spo:anon#81cf183f78d5b7fae9e659eeaa135ecd05b4fabfc7b888b9dfc305ffed0e9fd0::" providerId="AD" clId="Web-{3B64B085-C40B-CD55-2DD3-C0B945A1B6D6}" dt="2024-02-19T06:58:02.537" v="344"/>
          <ac:graphicFrameMkLst>
            <pc:docMk/>
            <pc:sldMk cId="2806182083" sldId="280"/>
            <ac:graphicFrameMk id="6" creationId="{498DBEBF-A0D3-20AF-DB4A-FB3E08805EB2}"/>
          </ac:graphicFrameMkLst>
        </pc:graphicFrameChg>
        <pc:graphicFrameChg chg="add mod">
          <ac:chgData name="Guest User" userId="S::urn:spo:anon#81cf183f78d5b7fae9e659eeaa135ecd05b4fabfc7b888b9dfc305ffed0e9fd0::" providerId="AD" clId="Web-{3B64B085-C40B-CD55-2DD3-C0B945A1B6D6}" dt="2024-02-19T06:58:34.100" v="346"/>
          <ac:graphicFrameMkLst>
            <pc:docMk/>
            <pc:sldMk cId="2806182083" sldId="280"/>
            <ac:graphicFrameMk id="8" creationId="{2788D809-B2CC-5A6D-D32F-6A69532424BA}"/>
          </ac:graphicFrameMkLst>
        </pc:graphicFrameChg>
      </pc:sldChg>
    </pc:docChg>
  </pc:docChgLst>
  <pc:docChgLst>
    <pc:chgData name="Dmitry Boltyanskiy" userId="S::dimitribolt75@unm.edu::fe14e402-18c1-489d-bc65-28f0a082ca1b" providerId="AD" clId="Web-{5370BED3-2F77-68EB-EB76-222E0FD0E027}"/>
    <pc:docChg chg="addSld delSld modSld">
      <pc:chgData name="Dmitry Boltyanskiy" userId="S::dimitribolt75@unm.edu::fe14e402-18c1-489d-bc65-28f0a082ca1b" providerId="AD" clId="Web-{5370BED3-2F77-68EB-EB76-222E0FD0E027}" dt="2024-02-17T23:33:27.399" v="803"/>
      <pc:docMkLst>
        <pc:docMk/>
      </pc:docMkLst>
      <pc:sldChg chg="addSp modSp new mod modClrScheme chgLayout modNotes">
        <pc:chgData name="Dmitry Boltyanskiy" userId="S::dimitribolt75@unm.edu::fe14e402-18c1-489d-bc65-28f0a082ca1b" providerId="AD" clId="Web-{5370BED3-2F77-68EB-EB76-222E0FD0E027}" dt="2024-02-17T20:48:22.861" v="718"/>
        <pc:sldMkLst>
          <pc:docMk/>
          <pc:sldMk cId="1148228035" sldId="257"/>
        </pc:sldMkLst>
        <pc:spChg chg="mod ord">
          <ac:chgData name="Dmitry Boltyanskiy" userId="S::dimitribolt75@unm.edu::fe14e402-18c1-489d-bc65-28f0a082ca1b" providerId="AD" clId="Web-{5370BED3-2F77-68EB-EB76-222E0FD0E027}" dt="2024-02-17T03:18:54.491" v="38" actId="20577"/>
          <ac:spMkLst>
            <pc:docMk/>
            <pc:sldMk cId="1148228035" sldId="257"/>
            <ac:spMk id="2" creationId="{64A0E518-5E73-72A0-1A11-054759CEC9F1}"/>
          </ac:spMkLst>
        </pc:spChg>
        <pc:spChg chg="mod ord">
          <ac:chgData name="Dmitry Boltyanskiy" userId="S::dimitribolt75@unm.edu::fe14e402-18c1-489d-bc65-28f0a082ca1b" providerId="AD" clId="Web-{5370BED3-2F77-68EB-EB76-222E0FD0E027}" dt="2024-02-17T20:34:56.535" v="460" actId="20577"/>
          <ac:spMkLst>
            <pc:docMk/>
            <pc:sldMk cId="1148228035" sldId="257"/>
            <ac:spMk id="3" creationId="{B04767B0-D30B-3A40-CF1C-36E36A2D57E6}"/>
          </ac:spMkLst>
        </pc:spChg>
        <pc:spChg chg="mod ord">
          <ac:chgData name="Dmitry Boltyanskiy" userId="S::dimitribolt75@unm.edu::fe14e402-18c1-489d-bc65-28f0a082ca1b" providerId="AD" clId="Web-{5370BED3-2F77-68EB-EB76-222E0FD0E027}" dt="2024-02-17T20:34:54.566" v="458" actId="20577"/>
          <ac:spMkLst>
            <pc:docMk/>
            <pc:sldMk cId="1148228035" sldId="257"/>
            <ac:spMk id="4" creationId="{84F810E1-74F9-D043-A613-85E17FA469CC}"/>
          </ac:spMkLst>
        </pc:spChg>
        <pc:spChg chg="add mod ord">
          <ac:chgData name="Dmitry Boltyanskiy" userId="S::dimitribolt75@unm.edu::fe14e402-18c1-489d-bc65-28f0a082ca1b" providerId="AD" clId="Web-{5370BED3-2F77-68EB-EB76-222E0FD0E027}" dt="2024-02-17T05:40:42.560" v="100" actId="20577"/>
          <ac:spMkLst>
            <pc:docMk/>
            <pc:sldMk cId="1148228035" sldId="257"/>
            <ac:spMk id="5" creationId="{9E46477E-2761-37D8-F84F-BA0317BB72D7}"/>
          </ac:spMkLst>
        </pc:spChg>
        <pc:spChg chg="add mod ord">
          <ac:chgData name="Dmitry Boltyanskiy" userId="S::dimitribolt75@unm.edu::fe14e402-18c1-489d-bc65-28f0a082ca1b" providerId="AD" clId="Web-{5370BED3-2F77-68EB-EB76-222E0FD0E027}" dt="2024-02-17T03:18:36.287" v="35" actId="20577"/>
          <ac:spMkLst>
            <pc:docMk/>
            <pc:sldMk cId="1148228035" sldId="257"/>
            <ac:spMk id="6" creationId="{9556A5C3-F6B7-B00A-90CB-5EC9CC0CB0E1}"/>
          </ac:spMkLst>
        </pc:spChg>
      </pc:sldChg>
      <pc:sldChg chg="addSp delSp modSp new mod setBg modClrScheme delDesignElem chgLayout modNotes">
        <pc:chgData name="Dmitry Boltyanskiy" userId="S::dimitribolt75@unm.edu::fe14e402-18c1-489d-bc65-28f0a082ca1b" providerId="AD" clId="Web-{5370BED3-2F77-68EB-EB76-222E0FD0E027}" dt="2024-02-17T23:32:05.804" v="802"/>
        <pc:sldMkLst>
          <pc:docMk/>
          <pc:sldMk cId="4025410187" sldId="258"/>
        </pc:sldMkLst>
        <pc:spChg chg="mod ord">
          <ac:chgData name="Dmitry Boltyanskiy" userId="S::dimitribolt75@unm.edu::fe14e402-18c1-489d-bc65-28f0a082ca1b" providerId="AD" clId="Web-{5370BED3-2F77-68EB-EB76-222E0FD0E027}" dt="2024-02-17T20:14:17.153" v="336"/>
          <ac:spMkLst>
            <pc:docMk/>
            <pc:sldMk cId="4025410187" sldId="258"/>
            <ac:spMk id="2" creationId="{F7A19673-E743-831E-6A0F-F822058DF1C8}"/>
          </ac:spMkLst>
        </pc:spChg>
        <pc:spChg chg="add del">
          <ac:chgData name="Dmitry Boltyanskiy" userId="S::dimitribolt75@unm.edu::fe14e402-18c1-489d-bc65-28f0a082ca1b" providerId="AD" clId="Web-{5370BED3-2F77-68EB-EB76-222E0FD0E027}" dt="2024-02-17T20:00:14.125" v="236"/>
          <ac:spMkLst>
            <pc:docMk/>
            <pc:sldMk cId="4025410187" sldId="258"/>
            <ac:spMk id="3" creationId="{D59080C6-DDCC-CEDF-8A45-3BD1456E3F50}"/>
          </ac:spMkLst>
        </pc:spChg>
        <pc:spChg chg="add del mod">
          <ac:chgData name="Dmitry Boltyanskiy" userId="S::dimitribolt75@unm.edu::fe14e402-18c1-489d-bc65-28f0a082ca1b" providerId="AD" clId="Web-{5370BED3-2F77-68EB-EB76-222E0FD0E027}" dt="2024-02-17T20:14:11.513" v="335"/>
          <ac:spMkLst>
            <pc:docMk/>
            <pc:sldMk cId="4025410187" sldId="258"/>
            <ac:spMk id="4" creationId="{505E2481-A5A5-CFF6-D5B9-13D1E76F8E75}"/>
          </ac:spMkLst>
        </pc:spChg>
        <pc:spChg chg="add del mod">
          <ac:chgData name="Dmitry Boltyanskiy" userId="S::dimitribolt75@unm.edu::fe14e402-18c1-489d-bc65-28f0a082ca1b" providerId="AD" clId="Web-{5370BED3-2F77-68EB-EB76-222E0FD0E027}" dt="2024-02-17T20:02:36.486" v="267"/>
          <ac:spMkLst>
            <pc:docMk/>
            <pc:sldMk cId="4025410187" sldId="258"/>
            <ac:spMk id="4" creationId="{C2CE6058-7D18-6C01-EF9B-B24F4E8AB5D7}"/>
          </ac:spMkLst>
        </pc:spChg>
        <pc:spChg chg="add del">
          <ac:chgData name="Dmitry Boltyanskiy" userId="S::dimitribolt75@unm.edu::fe14e402-18c1-489d-bc65-28f0a082ca1b" providerId="AD" clId="Web-{5370BED3-2F77-68EB-EB76-222E0FD0E027}" dt="2024-02-17T20:01:25.641" v="242"/>
          <ac:spMkLst>
            <pc:docMk/>
            <pc:sldMk cId="4025410187" sldId="258"/>
            <ac:spMk id="8" creationId="{B1595A09-E336-4D1B-9B3A-06A2287A54E2}"/>
          </ac:spMkLst>
        </pc:spChg>
        <pc:spChg chg="add del">
          <ac:chgData name="Dmitry Boltyanskiy" userId="S::dimitribolt75@unm.edu::fe14e402-18c1-489d-bc65-28f0a082ca1b" providerId="AD" clId="Web-{5370BED3-2F77-68EB-EB76-222E0FD0E027}" dt="2024-02-17T20:01:25.641" v="242"/>
          <ac:spMkLst>
            <pc:docMk/>
            <pc:sldMk cId="4025410187" sldId="258"/>
            <ac:spMk id="9" creationId="{3540989C-C7B8-473B-BF87-6F2DA6A90006}"/>
          </ac:spMkLst>
        </pc:spChg>
        <pc:spChg chg="add del">
          <ac:chgData name="Dmitry Boltyanskiy" userId="S::dimitribolt75@unm.edu::fe14e402-18c1-489d-bc65-28f0a082ca1b" providerId="AD" clId="Web-{5370BED3-2F77-68EB-EB76-222E0FD0E027}" dt="2024-02-17T20:01:41.673" v="248"/>
          <ac:spMkLst>
            <pc:docMk/>
            <pc:sldMk cId="4025410187" sldId="258"/>
            <ac:spMk id="10" creationId="{D7A453D2-15D8-4403-815F-291FA16340D9}"/>
          </ac:spMkLst>
        </pc:spChg>
        <pc:spChg chg="add del">
          <ac:chgData name="Dmitry Boltyanskiy" userId="S::dimitribolt75@unm.edu::fe14e402-18c1-489d-bc65-28f0a082ca1b" providerId="AD" clId="Web-{5370BED3-2F77-68EB-EB76-222E0FD0E027}" dt="2024-02-17T20:01:00.641" v="238"/>
          <ac:spMkLst>
            <pc:docMk/>
            <pc:sldMk cId="4025410187" sldId="258"/>
            <ac:spMk id="11" creationId="{D7A453D2-15D8-4403-815F-291FA16340D9}"/>
          </ac:spMkLst>
        </pc:spChg>
        <pc:spChg chg="add del">
          <ac:chgData name="Dmitry Boltyanskiy" userId="S::dimitribolt75@unm.edu::fe14e402-18c1-489d-bc65-28f0a082ca1b" providerId="AD" clId="Web-{5370BED3-2F77-68EB-EB76-222E0FD0E027}" dt="2024-02-17T20:01:41.673" v="248"/>
          <ac:spMkLst>
            <pc:docMk/>
            <pc:sldMk cId="4025410187" sldId="258"/>
            <ac:spMk id="12" creationId="{8161EA6B-09CA-445B-AB0D-8DF76FA92DEF}"/>
          </ac:spMkLst>
        </pc:spChg>
        <pc:spChg chg="add del">
          <ac:chgData name="Dmitry Boltyanskiy" userId="S::dimitribolt75@unm.edu::fe14e402-18c1-489d-bc65-28f0a082ca1b" providerId="AD" clId="Web-{5370BED3-2F77-68EB-EB76-222E0FD0E027}" dt="2024-02-17T20:01:00.641" v="238"/>
          <ac:spMkLst>
            <pc:docMk/>
            <pc:sldMk cId="4025410187" sldId="258"/>
            <ac:spMk id="13" creationId="{8161EA6B-09CA-445B-AB0D-8DF76FA92DEF}"/>
          </ac:spMkLst>
        </pc:spChg>
        <pc:spChg chg="add del">
          <ac:chgData name="Dmitry Boltyanskiy" userId="S::dimitribolt75@unm.edu::fe14e402-18c1-489d-bc65-28f0a082ca1b" providerId="AD" clId="Web-{5370BED3-2F77-68EB-EB76-222E0FD0E027}" dt="2024-02-17T20:01:44.798" v="250"/>
          <ac:spMkLst>
            <pc:docMk/>
            <pc:sldMk cId="4025410187" sldId="258"/>
            <ac:spMk id="17" creationId="{A7009A0A-BEF5-4EAC-AF15-E4F9F002E239}"/>
          </ac:spMkLst>
        </pc:spChg>
        <pc:spChg chg="add del">
          <ac:chgData name="Dmitry Boltyanskiy" userId="S::dimitribolt75@unm.edu::fe14e402-18c1-489d-bc65-28f0a082ca1b" providerId="AD" clId="Web-{5370BED3-2F77-68EB-EB76-222E0FD0E027}" dt="2024-02-17T20:01:41.673" v="248"/>
          <ac:spMkLst>
            <pc:docMk/>
            <pc:sldMk cId="4025410187" sldId="258"/>
            <ac:spMk id="22" creationId="{B8114C98-A349-4111-A123-E8EAB86ABE30}"/>
          </ac:spMkLst>
        </pc:spChg>
        <pc:spChg chg="add del">
          <ac:chgData name="Dmitry Boltyanskiy" userId="S::dimitribolt75@unm.edu::fe14e402-18c1-489d-bc65-28f0a082ca1b" providerId="AD" clId="Web-{5370BED3-2F77-68EB-EB76-222E0FD0E027}" dt="2024-02-17T20:01:00.641" v="238"/>
          <ac:spMkLst>
            <pc:docMk/>
            <pc:sldMk cId="4025410187" sldId="258"/>
            <ac:spMk id="23" creationId="{B8114C98-A349-4111-A123-E8EAB86ABE30}"/>
          </ac:spMkLst>
        </pc:spChg>
        <pc:spChg chg="add del">
          <ac:chgData name="Dmitry Boltyanskiy" userId="S::dimitribolt75@unm.edu::fe14e402-18c1-489d-bc65-28f0a082ca1b" providerId="AD" clId="Web-{5370BED3-2F77-68EB-EB76-222E0FD0E027}" dt="2024-02-17T20:01:41.673" v="248"/>
          <ac:spMkLst>
            <pc:docMk/>
            <pc:sldMk cId="4025410187" sldId="258"/>
            <ac:spMk id="30" creationId="{E2D3D3F2-ABBB-4453-B1C5-1BEBF7E4DD56}"/>
          </ac:spMkLst>
        </pc:spChg>
        <pc:spChg chg="add del">
          <ac:chgData name="Dmitry Boltyanskiy" userId="S::dimitribolt75@unm.edu::fe14e402-18c1-489d-bc65-28f0a082ca1b" providerId="AD" clId="Web-{5370BED3-2F77-68EB-EB76-222E0FD0E027}" dt="2024-02-17T20:01:00.641" v="238"/>
          <ac:spMkLst>
            <pc:docMk/>
            <pc:sldMk cId="4025410187" sldId="258"/>
            <ac:spMk id="37" creationId="{E2D3D3F2-ABBB-4453-B1C5-1BEBF7E4DD56}"/>
          </ac:spMkLst>
        </pc:spChg>
        <pc:spChg chg="add del">
          <ac:chgData name="Dmitry Boltyanskiy" userId="S::dimitribolt75@unm.edu::fe14e402-18c1-489d-bc65-28f0a082ca1b" providerId="AD" clId="Web-{5370BED3-2F77-68EB-EB76-222E0FD0E027}" dt="2024-02-17T20:01:44.798" v="250"/>
          <ac:spMkLst>
            <pc:docMk/>
            <pc:sldMk cId="4025410187" sldId="258"/>
            <ac:spMk id="45" creationId="{A8384FB5-9ADC-4DDC-881B-597D56F5B15D}"/>
          </ac:spMkLst>
        </pc:spChg>
        <pc:spChg chg="add del">
          <ac:chgData name="Dmitry Boltyanskiy" userId="S::dimitribolt75@unm.edu::fe14e402-18c1-489d-bc65-28f0a082ca1b" providerId="AD" clId="Web-{5370BED3-2F77-68EB-EB76-222E0FD0E027}" dt="2024-02-17T20:01:44.798" v="250"/>
          <ac:spMkLst>
            <pc:docMk/>
            <pc:sldMk cId="4025410187" sldId="258"/>
            <ac:spMk id="46" creationId="{1199E1B1-A8C0-4FE8-A5A8-1CB41D69F857}"/>
          </ac:spMkLst>
        </pc:spChg>
        <pc:spChg chg="add del">
          <ac:chgData name="Dmitry Boltyanskiy" userId="S::dimitribolt75@unm.edu::fe14e402-18c1-489d-bc65-28f0a082ca1b" providerId="AD" clId="Web-{5370BED3-2F77-68EB-EB76-222E0FD0E027}" dt="2024-02-17T20:01:44.798" v="250"/>
          <ac:spMkLst>
            <pc:docMk/>
            <pc:sldMk cId="4025410187" sldId="258"/>
            <ac:spMk id="47" creationId="{84A8DE83-DE75-4B41-9DB4-A7EC0B0DEC0B}"/>
          </ac:spMkLst>
        </pc:spChg>
        <pc:spChg chg="add del">
          <ac:chgData name="Dmitry Boltyanskiy" userId="S::dimitribolt75@unm.edu::fe14e402-18c1-489d-bc65-28f0a082ca1b" providerId="AD" clId="Web-{5370BED3-2F77-68EB-EB76-222E0FD0E027}" dt="2024-02-17T20:01:51.157" v="252"/>
          <ac:spMkLst>
            <pc:docMk/>
            <pc:sldMk cId="4025410187" sldId="258"/>
            <ac:spMk id="49" creationId="{D7A453D2-15D8-4403-815F-291FA16340D9}"/>
          </ac:spMkLst>
        </pc:spChg>
        <pc:spChg chg="add del">
          <ac:chgData name="Dmitry Boltyanskiy" userId="S::dimitribolt75@unm.edu::fe14e402-18c1-489d-bc65-28f0a082ca1b" providerId="AD" clId="Web-{5370BED3-2F77-68EB-EB76-222E0FD0E027}" dt="2024-02-17T20:01:51.157" v="252"/>
          <ac:spMkLst>
            <pc:docMk/>
            <pc:sldMk cId="4025410187" sldId="258"/>
            <ac:spMk id="50" creationId="{8161EA6B-09CA-445B-AB0D-8DF76FA92DEF}"/>
          </ac:spMkLst>
        </pc:spChg>
        <pc:spChg chg="add del">
          <ac:chgData name="Dmitry Boltyanskiy" userId="S::dimitribolt75@unm.edu::fe14e402-18c1-489d-bc65-28f0a082ca1b" providerId="AD" clId="Web-{5370BED3-2F77-68EB-EB76-222E0FD0E027}" dt="2024-02-17T20:01:51.157" v="252"/>
          <ac:spMkLst>
            <pc:docMk/>
            <pc:sldMk cId="4025410187" sldId="258"/>
            <ac:spMk id="53" creationId="{B8114C98-A349-4111-A123-E8EAB86ABE30}"/>
          </ac:spMkLst>
        </pc:spChg>
        <pc:spChg chg="add del">
          <ac:chgData name="Dmitry Boltyanskiy" userId="S::dimitribolt75@unm.edu::fe14e402-18c1-489d-bc65-28f0a082ca1b" providerId="AD" clId="Web-{5370BED3-2F77-68EB-EB76-222E0FD0E027}" dt="2024-02-17T20:01:51.157" v="252"/>
          <ac:spMkLst>
            <pc:docMk/>
            <pc:sldMk cId="4025410187" sldId="258"/>
            <ac:spMk id="57" creationId="{E2D3D3F2-ABBB-4453-B1C5-1BEBF7E4DD56}"/>
          </ac:spMkLst>
        </pc:spChg>
        <pc:spChg chg="add del">
          <ac:chgData name="Dmitry Boltyanskiy" userId="S::dimitribolt75@unm.edu::fe14e402-18c1-489d-bc65-28f0a082ca1b" providerId="AD" clId="Web-{5370BED3-2F77-68EB-EB76-222E0FD0E027}" dt="2024-02-17T20:01:53.438" v="254"/>
          <ac:spMkLst>
            <pc:docMk/>
            <pc:sldMk cId="4025410187" sldId="258"/>
            <ac:spMk id="60" creationId="{D4771268-CB57-404A-9271-370EB28F6090}"/>
          </ac:spMkLst>
        </pc:spChg>
        <pc:spChg chg="add del">
          <ac:chgData name="Dmitry Boltyanskiy" userId="S::dimitribolt75@unm.edu::fe14e402-18c1-489d-bc65-28f0a082ca1b" providerId="AD" clId="Web-{5370BED3-2F77-68EB-EB76-222E0FD0E027}" dt="2024-02-17T20:02:10.892" v="256"/>
          <ac:spMkLst>
            <pc:docMk/>
            <pc:sldMk cId="4025410187" sldId="258"/>
            <ac:spMk id="62" creationId="{B1595A09-E336-4D1B-9B3A-06A2287A54E2}"/>
          </ac:spMkLst>
        </pc:spChg>
        <pc:spChg chg="add del">
          <ac:chgData name="Dmitry Boltyanskiy" userId="S::dimitribolt75@unm.edu::fe14e402-18c1-489d-bc65-28f0a082ca1b" providerId="AD" clId="Web-{5370BED3-2F77-68EB-EB76-222E0FD0E027}" dt="2024-02-17T20:02:10.892" v="256"/>
          <ac:spMkLst>
            <pc:docMk/>
            <pc:sldMk cId="4025410187" sldId="258"/>
            <ac:spMk id="63" creationId="{3540989C-C7B8-473B-BF87-6F2DA6A90006}"/>
          </ac:spMkLst>
        </pc:spChg>
        <pc:spChg chg="add del">
          <ac:chgData name="Dmitry Boltyanskiy" userId="S::dimitribolt75@unm.edu::fe14e402-18c1-489d-bc65-28f0a082ca1b" providerId="AD" clId="Web-{5370BED3-2F77-68EB-EB76-222E0FD0E027}" dt="2024-02-17T20:02:10.892" v="256"/>
          <ac:spMkLst>
            <pc:docMk/>
            <pc:sldMk cId="4025410187" sldId="258"/>
            <ac:spMk id="64" creationId="{C2CE6058-7D18-6C01-EF9B-B24F4E8AB5D7}"/>
          </ac:spMkLst>
        </pc:spChg>
        <pc:spChg chg="add del">
          <ac:chgData name="Dmitry Boltyanskiy" userId="S::dimitribolt75@unm.edu::fe14e402-18c1-489d-bc65-28f0a082ca1b" providerId="AD" clId="Web-{5370BED3-2F77-68EB-EB76-222E0FD0E027}" dt="2024-02-17T20:02:18.595" v="258"/>
          <ac:spMkLst>
            <pc:docMk/>
            <pc:sldMk cId="4025410187" sldId="258"/>
            <ac:spMk id="66" creationId="{C2CE6058-7D18-6C01-EF9B-B24F4E8AB5D7}"/>
          </ac:spMkLst>
        </pc:spChg>
        <pc:spChg chg="add del">
          <ac:chgData name="Dmitry Boltyanskiy" userId="S::dimitribolt75@unm.edu::fe14e402-18c1-489d-bc65-28f0a082ca1b" providerId="AD" clId="Web-{5370BED3-2F77-68EB-EB76-222E0FD0E027}" dt="2024-02-17T20:02:24.532" v="260"/>
          <ac:spMkLst>
            <pc:docMk/>
            <pc:sldMk cId="4025410187" sldId="258"/>
            <ac:spMk id="68" creationId="{C2CE6058-7D18-6C01-EF9B-B24F4E8AB5D7}"/>
          </ac:spMkLst>
        </pc:spChg>
        <pc:spChg chg="add del">
          <ac:chgData name="Dmitry Boltyanskiy" userId="S::dimitribolt75@unm.edu::fe14e402-18c1-489d-bc65-28f0a082ca1b" providerId="AD" clId="Web-{5370BED3-2F77-68EB-EB76-222E0FD0E027}" dt="2024-02-17T20:02:27.157" v="262"/>
          <ac:spMkLst>
            <pc:docMk/>
            <pc:sldMk cId="4025410187" sldId="258"/>
            <ac:spMk id="73" creationId="{C2CE6058-7D18-6C01-EF9B-B24F4E8AB5D7}"/>
          </ac:spMkLst>
        </pc:spChg>
        <pc:spChg chg="add del">
          <ac:chgData name="Dmitry Boltyanskiy" userId="S::dimitribolt75@unm.edu::fe14e402-18c1-489d-bc65-28f0a082ca1b" providerId="AD" clId="Web-{5370BED3-2F77-68EB-EB76-222E0FD0E027}" dt="2024-02-17T20:02:29.595" v="264"/>
          <ac:spMkLst>
            <pc:docMk/>
            <pc:sldMk cId="4025410187" sldId="258"/>
            <ac:spMk id="75" creationId="{C2CE6058-7D18-6C01-EF9B-B24F4E8AB5D7}"/>
          </ac:spMkLst>
        </pc:spChg>
        <pc:spChg chg="add del">
          <ac:chgData name="Dmitry Boltyanskiy" userId="S::dimitribolt75@unm.edu::fe14e402-18c1-489d-bc65-28f0a082ca1b" providerId="AD" clId="Web-{5370BED3-2F77-68EB-EB76-222E0FD0E027}" dt="2024-02-17T20:02:36.470" v="266"/>
          <ac:spMkLst>
            <pc:docMk/>
            <pc:sldMk cId="4025410187" sldId="258"/>
            <ac:spMk id="80" creationId="{C2CE6058-7D18-6C01-EF9B-B24F4E8AB5D7}"/>
          </ac:spMkLst>
        </pc:spChg>
        <pc:spChg chg="add del">
          <ac:chgData name="Dmitry Boltyanskiy" userId="S::dimitribolt75@unm.edu::fe14e402-18c1-489d-bc65-28f0a082ca1b" providerId="AD" clId="Web-{5370BED3-2F77-68EB-EB76-222E0FD0E027}" dt="2024-02-17T20:12:53.712" v="331"/>
          <ac:spMkLst>
            <pc:docMk/>
            <pc:sldMk cId="4025410187" sldId="258"/>
            <ac:spMk id="82" creationId="{B1595A09-E336-4D1B-9B3A-06A2287A54E2}"/>
          </ac:spMkLst>
        </pc:spChg>
        <pc:spChg chg="add del">
          <ac:chgData name="Dmitry Boltyanskiy" userId="S::dimitribolt75@unm.edu::fe14e402-18c1-489d-bc65-28f0a082ca1b" providerId="AD" clId="Web-{5370BED3-2F77-68EB-EB76-222E0FD0E027}" dt="2024-02-17T20:12:53.712" v="331"/>
          <ac:spMkLst>
            <pc:docMk/>
            <pc:sldMk cId="4025410187" sldId="258"/>
            <ac:spMk id="83" creationId="{3540989C-C7B8-473B-BF87-6F2DA6A90006}"/>
          </ac:spMkLst>
        </pc:spChg>
        <pc:spChg chg="add mod ord">
          <ac:chgData name="Dmitry Boltyanskiy" userId="S::dimitribolt75@unm.edu::fe14e402-18c1-489d-bc65-28f0a082ca1b" providerId="AD" clId="Web-{5370BED3-2F77-68EB-EB76-222E0FD0E027}" dt="2024-02-17T20:35:50.801" v="469" actId="20577"/>
          <ac:spMkLst>
            <pc:docMk/>
            <pc:sldMk cId="4025410187" sldId="258"/>
            <ac:spMk id="84" creationId="{C2CE6058-7D18-6C01-EF9B-B24F4E8AB5D7}"/>
          </ac:spMkLst>
        </pc:spChg>
        <pc:grpChg chg="add del">
          <ac:chgData name="Dmitry Boltyanskiy" userId="S::dimitribolt75@unm.edu::fe14e402-18c1-489d-bc65-28f0a082ca1b" providerId="AD" clId="Web-{5370BED3-2F77-68EB-EB76-222E0FD0E027}" dt="2024-02-17T20:01:41.673" v="248"/>
          <ac:grpSpMkLst>
            <pc:docMk/>
            <pc:sldMk cId="4025410187" sldId="258"/>
            <ac:grpSpMk id="14" creationId="{B352BBB9-69A8-405C-9209-A9FE217AEDC4}"/>
          </ac:grpSpMkLst>
        </pc:grpChg>
        <pc:grpChg chg="add del">
          <ac:chgData name="Dmitry Boltyanskiy" userId="S::dimitribolt75@unm.edu::fe14e402-18c1-489d-bc65-28f0a082ca1b" providerId="AD" clId="Web-{5370BED3-2F77-68EB-EB76-222E0FD0E027}" dt="2024-02-17T20:01:00.641" v="238"/>
          <ac:grpSpMkLst>
            <pc:docMk/>
            <pc:sldMk cId="4025410187" sldId="258"/>
            <ac:grpSpMk id="15" creationId="{1EA1DAFF-CECA-492F-BFA1-22C64956B8D9}"/>
          </ac:grpSpMkLst>
        </pc:grpChg>
        <pc:grpChg chg="add del">
          <ac:chgData name="Dmitry Boltyanskiy" userId="S::dimitribolt75@unm.edu::fe14e402-18c1-489d-bc65-28f0a082ca1b" providerId="AD" clId="Web-{5370BED3-2F77-68EB-EB76-222E0FD0E027}" dt="2024-02-17T20:01:41.673" v="248"/>
          <ac:grpSpMkLst>
            <pc:docMk/>
            <pc:sldMk cId="4025410187" sldId="258"/>
            <ac:grpSpMk id="24" creationId="{670FB431-AE18-414D-92F4-1D12D1991152}"/>
          </ac:grpSpMkLst>
        </pc:grpChg>
        <pc:grpChg chg="add del">
          <ac:chgData name="Dmitry Boltyanskiy" userId="S::dimitribolt75@unm.edu::fe14e402-18c1-489d-bc65-28f0a082ca1b" providerId="AD" clId="Web-{5370BED3-2F77-68EB-EB76-222E0FD0E027}" dt="2024-02-17T20:01:00.641" v="238"/>
          <ac:grpSpMkLst>
            <pc:docMk/>
            <pc:sldMk cId="4025410187" sldId="258"/>
            <ac:grpSpMk id="25" creationId="{670FB431-AE18-414D-92F4-1D12D1991152}"/>
          </ac:grpSpMkLst>
        </pc:grpChg>
        <pc:grpChg chg="add del">
          <ac:chgData name="Dmitry Boltyanskiy" userId="S::dimitribolt75@unm.edu::fe14e402-18c1-489d-bc65-28f0a082ca1b" providerId="AD" clId="Web-{5370BED3-2F77-68EB-EB76-222E0FD0E027}" dt="2024-02-17T20:01:00.641" v="238"/>
          <ac:grpSpMkLst>
            <pc:docMk/>
            <pc:sldMk cId="4025410187" sldId="258"/>
            <ac:grpSpMk id="31" creationId="{AF19A774-30A5-488B-9BAF-629C6440294E}"/>
          </ac:grpSpMkLst>
        </pc:grpChg>
        <pc:grpChg chg="add del">
          <ac:chgData name="Dmitry Boltyanskiy" userId="S::dimitribolt75@unm.edu::fe14e402-18c1-489d-bc65-28f0a082ca1b" providerId="AD" clId="Web-{5370BED3-2F77-68EB-EB76-222E0FD0E027}" dt="2024-02-17T20:01:41.673" v="248"/>
          <ac:grpSpMkLst>
            <pc:docMk/>
            <pc:sldMk cId="4025410187" sldId="258"/>
            <ac:grpSpMk id="33" creationId="{8214E4A5-A0D2-42C4-8D14-D2A7E495F041}"/>
          </ac:grpSpMkLst>
        </pc:grpChg>
        <pc:grpChg chg="add del">
          <ac:chgData name="Dmitry Boltyanskiy" userId="S::dimitribolt75@unm.edu::fe14e402-18c1-489d-bc65-28f0a082ca1b" providerId="AD" clId="Web-{5370BED3-2F77-68EB-EB76-222E0FD0E027}" dt="2024-02-17T20:01:41.673" v="248"/>
          <ac:grpSpMkLst>
            <pc:docMk/>
            <pc:sldMk cId="4025410187" sldId="258"/>
            <ac:grpSpMk id="38" creationId="{AF19A774-30A5-488B-9BAF-629C6440294E}"/>
          </ac:grpSpMkLst>
        </pc:grpChg>
        <pc:grpChg chg="add del">
          <ac:chgData name="Dmitry Boltyanskiy" userId="S::dimitribolt75@unm.edu::fe14e402-18c1-489d-bc65-28f0a082ca1b" providerId="AD" clId="Web-{5370BED3-2F77-68EB-EB76-222E0FD0E027}" dt="2024-02-17T20:01:00.641" v="238"/>
          <ac:grpSpMkLst>
            <pc:docMk/>
            <pc:sldMk cId="4025410187" sldId="258"/>
            <ac:grpSpMk id="39" creationId="{8214E4A5-A0D2-42C4-8D14-D2A7E495F041}"/>
          </ac:grpSpMkLst>
        </pc:grpChg>
        <pc:grpChg chg="add del">
          <ac:chgData name="Dmitry Boltyanskiy" userId="S::dimitribolt75@unm.edu::fe14e402-18c1-489d-bc65-28f0a082ca1b" providerId="AD" clId="Web-{5370BED3-2F77-68EB-EB76-222E0FD0E027}" dt="2024-02-17T20:01:51.157" v="252"/>
          <ac:grpSpMkLst>
            <pc:docMk/>
            <pc:sldMk cId="4025410187" sldId="258"/>
            <ac:grpSpMk id="51" creationId="{1EA1DAFF-CECA-492F-BFA1-22C64956B8D9}"/>
          </ac:grpSpMkLst>
        </pc:grpChg>
        <pc:grpChg chg="add del">
          <ac:chgData name="Dmitry Boltyanskiy" userId="S::dimitribolt75@unm.edu::fe14e402-18c1-489d-bc65-28f0a082ca1b" providerId="AD" clId="Web-{5370BED3-2F77-68EB-EB76-222E0FD0E027}" dt="2024-02-17T20:01:51.157" v="252"/>
          <ac:grpSpMkLst>
            <pc:docMk/>
            <pc:sldMk cId="4025410187" sldId="258"/>
            <ac:grpSpMk id="54" creationId="{670FB431-AE18-414D-92F4-1D12D1991152}"/>
          </ac:grpSpMkLst>
        </pc:grpChg>
        <pc:grpChg chg="add del">
          <ac:chgData name="Dmitry Boltyanskiy" userId="S::dimitribolt75@unm.edu::fe14e402-18c1-489d-bc65-28f0a082ca1b" providerId="AD" clId="Web-{5370BED3-2F77-68EB-EB76-222E0FD0E027}" dt="2024-02-17T20:01:51.157" v="252"/>
          <ac:grpSpMkLst>
            <pc:docMk/>
            <pc:sldMk cId="4025410187" sldId="258"/>
            <ac:grpSpMk id="55" creationId="{AF19A774-30A5-488B-9BAF-629C6440294E}"/>
          </ac:grpSpMkLst>
        </pc:grpChg>
        <pc:grpChg chg="add del">
          <ac:chgData name="Dmitry Boltyanskiy" userId="S::dimitribolt75@unm.edu::fe14e402-18c1-489d-bc65-28f0a082ca1b" providerId="AD" clId="Web-{5370BED3-2F77-68EB-EB76-222E0FD0E027}" dt="2024-02-17T20:01:51.157" v="252"/>
          <ac:grpSpMkLst>
            <pc:docMk/>
            <pc:sldMk cId="4025410187" sldId="258"/>
            <ac:grpSpMk id="58" creationId="{8214E4A5-A0D2-42C4-8D14-D2A7E495F041}"/>
          </ac:grpSpMkLst>
        </pc:grpChg>
        <pc:grpChg chg="add del">
          <ac:chgData name="Dmitry Boltyanskiy" userId="S::dimitribolt75@unm.edu::fe14e402-18c1-489d-bc65-28f0a082ca1b" providerId="AD" clId="Web-{5370BED3-2F77-68EB-EB76-222E0FD0E027}" dt="2024-02-17T20:02:24.532" v="260"/>
          <ac:grpSpMkLst>
            <pc:docMk/>
            <pc:sldMk cId="4025410187" sldId="258"/>
            <ac:grpSpMk id="69" creationId="{F2221BB3-7B5D-C899-7745-66D7AC3232A7}"/>
          </ac:grpSpMkLst>
        </pc:grpChg>
        <pc:grpChg chg="add del">
          <ac:chgData name="Dmitry Boltyanskiy" userId="S::dimitribolt75@unm.edu::fe14e402-18c1-489d-bc65-28f0a082ca1b" providerId="AD" clId="Web-{5370BED3-2F77-68EB-EB76-222E0FD0E027}" dt="2024-02-17T20:02:29.595" v="264"/>
          <ac:grpSpMkLst>
            <pc:docMk/>
            <pc:sldMk cId="4025410187" sldId="258"/>
            <ac:grpSpMk id="76" creationId="{F2221BB3-7B5D-C899-7745-66D7AC3232A7}"/>
          </ac:grpSpMkLst>
        </pc:grpChg>
        <pc:picChg chg="add mod ord">
          <ac:chgData name="Dmitry Boltyanskiy" userId="S::dimitribolt75@unm.edu::fe14e402-18c1-489d-bc65-28f0a082ca1b" providerId="AD" clId="Web-{5370BED3-2F77-68EB-EB76-222E0FD0E027}" dt="2024-02-17T20:14:17.153" v="336"/>
          <ac:picMkLst>
            <pc:docMk/>
            <pc:sldMk cId="4025410187" sldId="258"/>
            <ac:picMk id="5" creationId="{09E32D98-8D41-D62E-4F30-91F02699D2C3}"/>
          </ac:picMkLst>
        </pc:picChg>
        <pc:picChg chg="add del mod ord">
          <ac:chgData name="Dmitry Boltyanskiy" userId="S::dimitribolt75@unm.edu::fe14e402-18c1-489d-bc65-28f0a082ca1b" providerId="AD" clId="Web-{5370BED3-2F77-68EB-EB76-222E0FD0E027}" dt="2024-02-17T19:59:59.171" v="235"/>
          <ac:picMkLst>
            <pc:docMk/>
            <pc:sldMk cId="4025410187" sldId="258"/>
            <ac:picMk id="5" creationId="{4913BB8A-FAFC-BF09-AB6A-8F1AAD75ADDF}"/>
          </ac:picMkLst>
        </pc:picChg>
        <pc:picChg chg="add del mod ord">
          <ac:chgData name="Dmitry Boltyanskiy" userId="S::dimitribolt75@unm.edu::fe14e402-18c1-489d-bc65-28f0a082ca1b" providerId="AD" clId="Web-{5370BED3-2F77-68EB-EB76-222E0FD0E027}" dt="2024-02-17T20:14:01.450" v="334"/>
          <ac:picMkLst>
            <pc:docMk/>
            <pc:sldMk cId="4025410187" sldId="258"/>
            <ac:picMk id="6" creationId="{A144AE8B-BCB8-A4C5-9E51-F75F6AACE3C0}"/>
          </ac:picMkLst>
        </pc:picChg>
      </pc:sldChg>
      <pc:sldChg chg="addSp delSp modSp new del mod setBg modClrScheme chgLayout">
        <pc:chgData name="Dmitry Boltyanskiy" userId="S::dimitribolt75@unm.edu::fe14e402-18c1-489d-bc65-28f0a082ca1b" providerId="AD" clId="Web-{5370BED3-2F77-68EB-EB76-222E0FD0E027}" dt="2024-02-17T20:19:26.424" v="418"/>
        <pc:sldMkLst>
          <pc:docMk/>
          <pc:sldMk cId="1247045579" sldId="259"/>
        </pc:sldMkLst>
        <pc:spChg chg="add del mod ord">
          <ac:chgData name="Dmitry Boltyanskiy" userId="S::dimitribolt75@unm.edu::fe14e402-18c1-489d-bc65-28f0a082ca1b" providerId="AD" clId="Web-{5370BED3-2F77-68EB-EB76-222E0FD0E027}" dt="2024-02-17T20:13:17.384" v="332"/>
          <ac:spMkLst>
            <pc:docMk/>
            <pc:sldMk cId="1247045579" sldId="259"/>
            <ac:spMk id="2" creationId="{D087C2AD-EF0D-7D48-8B18-0B74A4D761FF}"/>
          </ac:spMkLst>
        </pc:spChg>
        <pc:spChg chg="del">
          <ac:chgData name="Dmitry Boltyanskiy" userId="S::dimitribolt75@unm.edu::fe14e402-18c1-489d-bc65-28f0a082ca1b" providerId="AD" clId="Web-{5370BED3-2F77-68EB-EB76-222E0FD0E027}" dt="2024-02-17T20:07:13.395" v="310"/>
          <ac:spMkLst>
            <pc:docMk/>
            <pc:sldMk cId="1247045579" sldId="259"/>
            <ac:spMk id="3" creationId="{C5E40F52-B052-8505-3F9C-D7C36A18390C}"/>
          </ac:spMkLst>
        </pc:spChg>
        <pc:spChg chg="add del mod ord">
          <ac:chgData name="Dmitry Boltyanskiy" userId="S::dimitribolt75@unm.edu::fe14e402-18c1-489d-bc65-28f0a082ca1b" providerId="AD" clId="Web-{5370BED3-2F77-68EB-EB76-222E0FD0E027}" dt="2024-02-17T20:13:17.384" v="332"/>
          <ac:spMkLst>
            <pc:docMk/>
            <pc:sldMk cId="1247045579" sldId="259"/>
            <ac:spMk id="4" creationId="{AC15E658-02D6-E54C-2386-3CEBC35011EF}"/>
          </ac:spMkLst>
        </pc:spChg>
        <pc:spChg chg="add del">
          <ac:chgData name="Dmitry Boltyanskiy" userId="S::dimitribolt75@unm.edu::fe14e402-18c1-489d-bc65-28f0a082ca1b" providerId="AD" clId="Web-{5370BED3-2F77-68EB-EB76-222E0FD0E027}" dt="2024-02-17T20:07:21.286" v="312"/>
          <ac:spMkLst>
            <pc:docMk/>
            <pc:sldMk cId="1247045579" sldId="259"/>
            <ac:spMk id="10" creationId="{93271A7C-0D71-F3E6-4B86-0C182A9F5B10}"/>
          </ac:spMkLst>
        </pc:spChg>
        <pc:spChg chg="add del">
          <ac:chgData name="Dmitry Boltyanskiy" userId="S::dimitribolt75@unm.edu::fe14e402-18c1-489d-bc65-28f0a082ca1b" providerId="AD" clId="Web-{5370BED3-2F77-68EB-EB76-222E0FD0E027}" dt="2024-02-17T20:07:23.395" v="314"/>
          <ac:spMkLst>
            <pc:docMk/>
            <pc:sldMk cId="1247045579" sldId="259"/>
            <ac:spMk id="13" creationId="{69E7766E-588E-5C8A-432C-7A8271A9F875}"/>
          </ac:spMkLst>
        </pc:spChg>
        <pc:picChg chg="add mod ord">
          <ac:chgData name="Dmitry Boltyanskiy" userId="S::dimitribolt75@unm.edu::fe14e402-18c1-489d-bc65-28f0a082ca1b" providerId="AD" clId="Web-{5370BED3-2F77-68EB-EB76-222E0FD0E027}" dt="2024-02-17T20:13:17.384" v="332"/>
          <ac:picMkLst>
            <pc:docMk/>
            <pc:sldMk cId="1247045579" sldId="259"/>
            <ac:picMk id="5" creationId="{083B2A22-7B4F-1BD7-364E-87B97FE35488}"/>
          </ac:picMkLst>
        </pc:picChg>
        <pc:cxnChg chg="add del">
          <ac:chgData name="Dmitry Boltyanskiy" userId="S::dimitribolt75@unm.edu::fe14e402-18c1-489d-bc65-28f0a082ca1b" providerId="AD" clId="Web-{5370BED3-2F77-68EB-EB76-222E0FD0E027}" dt="2024-02-17T20:07:23.395" v="314"/>
          <ac:cxnSpMkLst>
            <pc:docMk/>
            <pc:sldMk cId="1247045579" sldId="259"/>
            <ac:cxnSpMk id="12" creationId="{EBC8029E-E679-5CC4-DE1F-B1AA37452C77}"/>
          </ac:cxnSpMkLst>
        </pc:cxnChg>
      </pc:sldChg>
      <pc:sldChg chg="addSp delSp modSp new del mod modClrScheme chgLayout">
        <pc:chgData name="Dmitry Boltyanskiy" userId="S::dimitribolt75@unm.edu::fe14e402-18c1-489d-bc65-28f0a082ca1b" providerId="AD" clId="Web-{5370BED3-2F77-68EB-EB76-222E0FD0E027}" dt="2024-02-17T20:06:51.676" v="308"/>
        <pc:sldMkLst>
          <pc:docMk/>
          <pc:sldMk cId="2278867103" sldId="259"/>
        </pc:sldMkLst>
        <pc:spChg chg="mod ord">
          <ac:chgData name="Dmitry Boltyanskiy" userId="S::dimitribolt75@unm.edu::fe14e402-18c1-489d-bc65-28f0a082ca1b" providerId="AD" clId="Web-{5370BED3-2F77-68EB-EB76-222E0FD0E027}" dt="2024-02-17T20:06:47.989" v="307" actId="20577"/>
          <ac:spMkLst>
            <pc:docMk/>
            <pc:sldMk cId="2278867103" sldId="259"/>
            <ac:spMk id="2" creationId="{D95905C1-8A83-7671-C601-80FBAA0E8F9F}"/>
          </ac:spMkLst>
        </pc:spChg>
        <pc:spChg chg="mod ord">
          <ac:chgData name="Dmitry Boltyanskiy" userId="S::dimitribolt75@unm.edu::fe14e402-18c1-489d-bc65-28f0a082ca1b" providerId="AD" clId="Web-{5370BED3-2F77-68EB-EB76-222E0FD0E027}" dt="2024-02-17T20:06:45.864" v="299" actId="20577"/>
          <ac:spMkLst>
            <pc:docMk/>
            <pc:sldMk cId="2278867103" sldId="259"/>
            <ac:spMk id="3" creationId="{4619D9EF-5E8B-CD7C-C387-A48278D7A01A}"/>
          </ac:spMkLst>
        </pc:spChg>
        <pc:spChg chg="add del mod ord">
          <ac:chgData name="Dmitry Boltyanskiy" userId="S::dimitribolt75@unm.edu::fe14e402-18c1-489d-bc65-28f0a082ca1b" providerId="AD" clId="Web-{5370BED3-2F77-68EB-EB76-222E0FD0E027}" dt="2024-02-17T20:06:44.676" v="293"/>
          <ac:spMkLst>
            <pc:docMk/>
            <pc:sldMk cId="2278867103" sldId="259"/>
            <ac:spMk id="4" creationId="{3DDE5F3E-9CF5-4F6D-BC08-0735C5898294}"/>
          </ac:spMkLst>
        </pc:spChg>
        <pc:spChg chg="add del mod ord">
          <ac:chgData name="Dmitry Boltyanskiy" userId="S::dimitribolt75@unm.edu::fe14e402-18c1-489d-bc65-28f0a082ca1b" providerId="AD" clId="Web-{5370BED3-2F77-68EB-EB76-222E0FD0E027}" dt="2024-02-17T20:06:43.051" v="292"/>
          <ac:spMkLst>
            <pc:docMk/>
            <pc:sldMk cId="2278867103" sldId="259"/>
            <ac:spMk id="5" creationId="{3C9317B0-3F7F-28C7-5FF4-C1D25A450589}"/>
          </ac:spMkLst>
        </pc:spChg>
      </pc:sldChg>
      <pc:sldChg chg="modSp new">
        <pc:chgData name="Dmitry Boltyanskiy" userId="S::dimitribolt75@unm.edu::fe14e402-18c1-489d-bc65-28f0a082ca1b" providerId="AD" clId="Web-{5370BED3-2F77-68EB-EB76-222E0FD0E027}" dt="2024-02-17T21:37:45.723" v="753" actId="20577"/>
        <pc:sldMkLst>
          <pc:docMk/>
          <pc:sldMk cId="4026493950" sldId="259"/>
        </pc:sldMkLst>
        <pc:spChg chg="mod">
          <ac:chgData name="Dmitry Boltyanskiy" userId="S::dimitribolt75@unm.edu::fe14e402-18c1-489d-bc65-28f0a082ca1b" providerId="AD" clId="Web-{5370BED3-2F77-68EB-EB76-222E0FD0E027}" dt="2024-02-17T21:32:17.750" v="751" actId="20577"/>
          <ac:spMkLst>
            <pc:docMk/>
            <pc:sldMk cId="4026493950" sldId="259"/>
            <ac:spMk id="2" creationId="{449BA8AE-BD16-5830-ED9C-73CAD09BF076}"/>
          </ac:spMkLst>
        </pc:spChg>
        <pc:spChg chg="mod">
          <ac:chgData name="Dmitry Boltyanskiy" userId="S::dimitribolt75@unm.edu::fe14e402-18c1-489d-bc65-28f0a082ca1b" providerId="AD" clId="Web-{5370BED3-2F77-68EB-EB76-222E0FD0E027}" dt="2024-02-17T21:37:45.723" v="753" actId="20577"/>
          <ac:spMkLst>
            <pc:docMk/>
            <pc:sldMk cId="4026493950" sldId="259"/>
            <ac:spMk id="3" creationId="{29AE3DED-00F2-E307-1A39-CFFEF0DD9B9C}"/>
          </ac:spMkLst>
        </pc:spChg>
      </pc:sldChg>
      <pc:sldChg chg="delSp modSp new mod modClrScheme chgLayout modNotes">
        <pc:chgData name="Dmitry Boltyanskiy" userId="S::dimitribolt75@unm.edu::fe14e402-18c1-489d-bc65-28f0a082ca1b" providerId="AD" clId="Web-{5370BED3-2F77-68EB-EB76-222E0FD0E027}" dt="2024-02-17T23:33:27.399" v="803"/>
        <pc:sldMkLst>
          <pc:docMk/>
          <pc:sldMk cId="4021928519" sldId="260"/>
        </pc:sldMkLst>
        <pc:spChg chg="mod ord">
          <ac:chgData name="Dmitry Boltyanskiy" userId="S::dimitribolt75@unm.edu::fe14e402-18c1-489d-bc65-28f0a082ca1b" providerId="AD" clId="Web-{5370BED3-2F77-68EB-EB76-222E0FD0E027}" dt="2024-02-17T21:38:11.693" v="760" actId="20577"/>
          <ac:spMkLst>
            <pc:docMk/>
            <pc:sldMk cId="4021928519" sldId="260"/>
            <ac:spMk id="2" creationId="{0DA92842-2917-4138-0DF3-4999A4257244}"/>
          </ac:spMkLst>
        </pc:spChg>
        <pc:spChg chg="del">
          <ac:chgData name="Dmitry Boltyanskiy" userId="S::dimitribolt75@unm.edu::fe14e402-18c1-489d-bc65-28f0a082ca1b" providerId="AD" clId="Web-{5370BED3-2F77-68EB-EB76-222E0FD0E027}" dt="2024-02-17T21:38:02.817" v="755"/>
          <ac:spMkLst>
            <pc:docMk/>
            <pc:sldMk cId="4021928519" sldId="260"/>
            <ac:spMk id="3" creationId="{CF71645F-488C-E966-1674-F530B19BB60E}"/>
          </ac:spMkLst>
        </pc:spChg>
        <pc:spChg chg="mod ord">
          <ac:chgData name="Dmitry Boltyanskiy" userId="S::dimitribolt75@unm.edu::fe14e402-18c1-489d-bc65-28f0a082ca1b" providerId="AD" clId="Web-{5370BED3-2F77-68EB-EB76-222E0FD0E027}" dt="2024-02-17T21:43:24.619" v="798" actId="20577"/>
          <ac:spMkLst>
            <pc:docMk/>
            <pc:sldMk cId="4021928519" sldId="260"/>
            <ac:spMk id="4" creationId="{00EAFCEA-A951-7B9D-A07D-059F03CF5370}"/>
          </ac:spMkLst>
        </pc:spChg>
        <pc:spChg chg="del">
          <ac:chgData name="Dmitry Boltyanskiy" userId="S::dimitribolt75@unm.edu::fe14e402-18c1-489d-bc65-28f0a082ca1b" providerId="AD" clId="Web-{5370BED3-2F77-68EB-EB76-222E0FD0E027}" dt="2024-02-17T21:38:02.817" v="755"/>
          <ac:spMkLst>
            <pc:docMk/>
            <pc:sldMk cId="4021928519" sldId="260"/>
            <ac:spMk id="5" creationId="{92BFAA21-8F49-D628-09DE-6FBE55AB6502}"/>
          </ac:spMkLst>
        </pc:spChg>
        <pc:spChg chg="del">
          <ac:chgData name="Dmitry Boltyanskiy" userId="S::dimitribolt75@unm.edu::fe14e402-18c1-489d-bc65-28f0a082ca1b" providerId="AD" clId="Web-{5370BED3-2F77-68EB-EB76-222E0FD0E027}" dt="2024-02-17T21:38:02.817" v="755"/>
          <ac:spMkLst>
            <pc:docMk/>
            <pc:sldMk cId="4021928519" sldId="260"/>
            <ac:spMk id="6" creationId="{63F4CB32-D44A-E6D6-9FC1-7134C7789F7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0A2EC9-786A-4251-B4CF-B8BE764B823D}" type="datetimeFigureOut">
              <a:t>19/02/24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D44444-4FAF-4C1E-99FB-38411BB4018B}" type="slidenum">
              <a:t>‹#›</a:t>
            </a:fld>
            <a:endParaRPr lang="en-US"/>
          </a:p>
        </p:txBody>
      </p:sp>
    </p:spTree>
    <p:extLst>
      <p:ext uri="{BB962C8B-B14F-4D97-AF65-F5344CB8AC3E}">
        <p14:creationId xmlns:p14="http://schemas.microsoft.com/office/powerpoint/2010/main" val="1129528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 I am Dimitri. I hold a Master's degree in Mathematics and Sociology. I enjoy working with numbers and uncovering hidden insights in data.</a:t>
            </a:r>
          </a:p>
          <a:p>
            <a:r>
              <a:rPr lang="en-US"/>
              <a:t>Please excuse any language errors, as I primarily communicate in Python and mathematical language, with English being less common for me. If my communication is unclear, feel free to direct your questions to Maria.</a:t>
            </a:r>
          </a:p>
          <a:p>
            <a:endParaRPr lang="en-US">
              <a:cs typeface="Calibri"/>
            </a:endParaRPr>
          </a:p>
        </p:txBody>
      </p:sp>
      <p:sp>
        <p:nvSpPr>
          <p:cNvPr id="4" name="Slide Number Placeholder 3"/>
          <p:cNvSpPr>
            <a:spLocks noGrp="1"/>
          </p:cNvSpPr>
          <p:nvPr>
            <p:ph type="sldNum" sz="quarter" idx="5"/>
          </p:nvPr>
        </p:nvSpPr>
        <p:spPr/>
        <p:txBody>
          <a:bodyPr/>
          <a:lstStyle/>
          <a:p>
            <a:fld id="{BCD44444-4FAF-4C1E-99FB-38411BB4018B}" type="slidenum">
              <a:rPr lang="en-US"/>
              <a:t>9</a:t>
            </a:fld>
            <a:endParaRPr lang="en-US"/>
          </a:p>
        </p:txBody>
      </p:sp>
    </p:spTree>
    <p:extLst>
      <p:ext uri="{BB962C8B-B14F-4D97-AF65-F5344CB8AC3E}">
        <p14:creationId xmlns:p14="http://schemas.microsoft.com/office/powerpoint/2010/main" val="3584046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Hello, let me start.</a:t>
            </a:r>
          </a:p>
          <a:p>
            <a:r>
              <a:rPr lang="en-US"/>
              <a:t>The main goal of this presentation is to introduce you to some interesting spin-off results. The primary challenge for me was extracting interesting findings from a very limited dataset. It is mixed-methods research with only 68 observations, which is insufficient for quantitative analysis. Nevertheless, let's proceed.</a:t>
            </a:r>
            <a:endParaRPr lang="en-US">
              <a:cs typeface="Calibri"/>
            </a:endParaRPr>
          </a:p>
          <a:p>
            <a:endParaRPr lang="en-US"/>
          </a:p>
          <a:p>
            <a:pPr marL="171450" indent="-171450">
              <a:buFont typeface="Arial"/>
              <a:buChar char="•"/>
            </a:pPr>
            <a:r>
              <a:rPr lang="en-US"/>
              <a:t>First, I will introduce you to the initial data, which is displayed on the left part of this slide.</a:t>
            </a:r>
          </a:p>
          <a:p>
            <a:pPr marL="171450" indent="-171450">
              <a:buFont typeface="Arial"/>
              <a:buChar char="•"/>
            </a:pPr>
            <a:r>
              <a:rPr lang="en-US"/>
              <a:t>Then, I will demonstrate how to extract additional results from the data, which is shown on the right part of this slide.</a:t>
            </a:r>
          </a:p>
          <a:p>
            <a:r>
              <a:rPr lang="en-US"/>
              <a:t>I will not delve into the principal results of the study. If you have any questions about the design or principal findings, please direct them to Maria.</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BCD44444-4FAF-4C1E-99FB-38411BB4018B}" type="slidenum">
              <a:t>10</a:t>
            </a:fld>
            <a:endParaRPr lang="en-US"/>
          </a:p>
        </p:txBody>
      </p:sp>
    </p:spTree>
    <p:extLst>
      <p:ext uri="{BB962C8B-B14F-4D97-AF65-F5344CB8AC3E}">
        <p14:creationId xmlns:p14="http://schemas.microsoft.com/office/powerpoint/2010/main" val="2410218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Maria collected data in the form of 5 variables.</a:t>
            </a:r>
          </a:p>
          <a:p>
            <a:r>
              <a:rPr lang="en-US"/>
              <a:t>Regarding terminology:</a:t>
            </a:r>
          </a:p>
          <a:p>
            <a:pPr marL="171450" indent="-171450">
              <a:buFont typeface="Arial"/>
              <a:buChar char="•"/>
            </a:pPr>
            <a:r>
              <a:rPr lang="en-US"/>
              <a:t>Where you have a question, I refer to it as a feature.</a:t>
            </a:r>
          </a:p>
          <a:p>
            <a:pPr marL="171450" indent="-171450">
              <a:buFont typeface="Arial"/>
              <a:buChar char="•"/>
            </a:pPr>
            <a:r>
              <a:rPr lang="en-US"/>
              <a:t>Where you have an answer, I refer to it as a value.</a:t>
            </a:r>
          </a:p>
          <a:p>
            <a:pPr marL="171450" indent="-171450">
              <a:buFont typeface="Arial"/>
              <a:buChar char="•"/>
            </a:pPr>
            <a:r>
              <a:rPr lang="en-US"/>
              <a:t>Where you have a patient, I refer to it as an observation.</a:t>
            </a:r>
          </a:p>
          <a:p>
            <a:r>
              <a:rPr lang="en-US"/>
              <a:t>Two variables are complex data, and three variables are continuous. If you have any questions about the data structure, I can show you the questionnaires and papers that Maria used for data collection.</a:t>
            </a:r>
          </a:p>
        </p:txBody>
      </p:sp>
      <p:sp>
        <p:nvSpPr>
          <p:cNvPr id="4" name="Slide Number Placeholder 3"/>
          <p:cNvSpPr>
            <a:spLocks noGrp="1"/>
          </p:cNvSpPr>
          <p:nvPr>
            <p:ph type="sldNum" sz="quarter" idx="5"/>
          </p:nvPr>
        </p:nvSpPr>
        <p:spPr/>
        <p:txBody>
          <a:bodyPr/>
          <a:lstStyle/>
          <a:p>
            <a:fld id="{BCD44444-4FAF-4C1E-99FB-38411BB4018B}" type="slidenum">
              <a:rPr lang="en-US"/>
              <a:t>11</a:t>
            </a:fld>
            <a:endParaRPr lang="en-US"/>
          </a:p>
        </p:txBody>
      </p:sp>
    </p:spTree>
    <p:extLst>
      <p:ext uri="{BB962C8B-B14F-4D97-AF65-F5344CB8AC3E}">
        <p14:creationId xmlns:p14="http://schemas.microsoft.com/office/powerpoint/2010/main" val="3854577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Any variables are described according to APA standards. It is not interesting for me because it is descriptions only, stating facts only.</a:t>
            </a:r>
            <a:r>
              <a:rPr lang="en-US">
                <a:ea typeface="Calibri"/>
                <a:cs typeface="Calibri"/>
              </a:rPr>
              <a:t> </a:t>
            </a:r>
            <a:endParaRPr lang="en-US">
              <a:cs typeface="Calibri"/>
            </a:endParaRPr>
          </a:p>
        </p:txBody>
      </p:sp>
      <p:sp>
        <p:nvSpPr>
          <p:cNvPr id="4" name="Slide Number Placeholder 3"/>
          <p:cNvSpPr>
            <a:spLocks noGrp="1"/>
          </p:cNvSpPr>
          <p:nvPr>
            <p:ph type="sldNum" sz="quarter" idx="5"/>
          </p:nvPr>
        </p:nvSpPr>
        <p:spPr/>
        <p:txBody>
          <a:bodyPr/>
          <a:lstStyle/>
          <a:p>
            <a:fld id="{BCD44444-4FAF-4C1E-99FB-38411BB4018B}" type="slidenum">
              <a:rPr lang="en-US"/>
              <a:t>12</a:t>
            </a:fld>
            <a:endParaRPr lang="en-US"/>
          </a:p>
        </p:txBody>
      </p:sp>
    </p:spTree>
    <p:extLst>
      <p:ext uri="{BB962C8B-B14F-4D97-AF65-F5344CB8AC3E}">
        <p14:creationId xmlns:p14="http://schemas.microsoft.com/office/powerpoint/2010/main" val="245021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Any variables are visualized. For each variable, a confidence interval is calculated. For example, at least 8 percent of respondents have PTSD, and up to 25%.</a:t>
            </a:r>
          </a:p>
        </p:txBody>
      </p:sp>
      <p:sp>
        <p:nvSpPr>
          <p:cNvPr id="4" name="Slide Number Placeholder 3"/>
          <p:cNvSpPr>
            <a:spLocks noGrp="1"/>
          </p:cNvSpPr>
          <p:nvPr>
            <p:ph type="sldNum" sz="quarter" idx="5"/>
          </p:nvPr>
        </p:nvSpPr>
        <p:spPr/>
        <p:txBody>
          <a:bodyPr/>
          <a:lstStyle/>
          <a:p>
            <a:fld id="{BCD44444-4FAF-4C1E-99FB-38411BB4018B}" type="slidenum">
              <a:rPr lang="en-US"/>
              <a:t>13</a:t>
            </a:fld>
            <a:endParaRPr lang="en-US"/>
          </a:p>
        </p:txBody>
      </p:sp>
    </p:spTree>
    <p:extLst>
      <p:ext uri="{BB962C8B-B14F-4D97-AF65-F5344CB8AC3E}">
        <p14:creationId xmlns:p14="http://schemas.microsoft.com/office/powerpoint/2010/main" val="3194700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we are ready to move on to the interesting results. As I mentioned, we have 5 variables. David recommended considering Trauma and Daily Stressors as predictors and Anxiety, PTSD, and Depression as criteria. So, David supposed that there might be 6 cause-effect dependencies. For example, Depression may depend on Daily Stressors or PTSD may depend on Trauma, and so on.</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BCD44444-4FAF-4C1E-99FB-38411BB4018B}" type="slidenum">
              <a:rPr lang="en-US"/>
              <a:t>14</a:t>
            </a:fld>
            <a:endParaRPr lang="en-US"/>
          </a:p>
        </p:txBody>
      </p:sp>
    </p:spTree>
    <p:extLst>
      <p:ext uri="{BB962C8B-B14F-4D97-AF65-F5344CB8AC3E}">
        <p14:creationId xmlns:p14="http://schemas.microsoft.com/office/powerpoint/2010/main" val="2641601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Let me start from a dependency Depression of Daily stressors.</a:t>
            </a:r>
          </a:p>
        </p:txBody>
      </p:sp>
      <p:sp>
        <p:nvSpPr>
          <p:cNvPr id="4" name="Slide Number Placeholder 3"/>
          <p:cNvSpPr>
            <a:spLocks noGrp="1"/>
          </p:cNvSpPr>
          <p:nvPr>
            <p:ph type="sldNum" sz="quarter" idx="5"/>
          </p:nvPr>
        </p:nvSpPr>
        <p:spPr/>
        <p:txBody>
          <a:bodyPr/>
          <a:lstStyle/>
          <a:p>
            <a:fld id="{BCD44444-4FAF-4C1E-99FB-38411BB4018B}" type="slidenum">
              <a:rPr lang="en-US"/>
              <a:t>15</a:t>
            </a:fld>
            <a:endParaRPr lang="en-US"/>
          </a:p>
        </p:txBody>
      </p:sp>
    </p:spTree>
    <p:extLst>
      <p:ext uri="{BB962C8B-B14F-4D97-AF65-F5344CB8AC3E}">
        <p14:creationId xmlns:p14="http://schemas.microsoft.com/office/powerpoint/2010/main" val="199575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we are searching for dependencies between a criterion and predictors, we must ensure that all predictors are independent. Otherwise, our model will be incorrect.</a:t>
            </a:r>
          </a:p>
          <a:p>
            <a:r>
              <a:rPr lang="en-US"/>
              <a:t>Let's create a pairwise correlation of columns. Allow me to demonstrate the calculation process.</a:t>
            </a:r>
          </a:p>
          <a:p>
            <a:r>
              <a:rPr lang="en-US"/>
              <a:t>Take a look at the red square in the center of the picture. We can see an abnormal correlation between two features. Let's calculate the correlation. It is 83 percent. This indicates an error in the design of the study. Because I understand the language of the respondents, I can see the root of the problem: incorrect translation. The translations of those features are identical in the respondents' language.</a:t>
            </a:r>
          </a:p>
          <a:p>
            <a:r>
              <a:rPr lang="en-US"/>
              <a:t>What is the conclusion of this verification? Only pairwise correlation can reveal wrong questions that are identical for respondents.</a:t>
            </a:r>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BCD44444-4FAF-4C1E-99FB-38411BB4018B}" type="slidenum">
              <a:rPr lang="en-US"/>
              <a:t>16</a:t>
            </a:fld>
            <a:endParaRPr lang="en-US"/>
          </a:p>
        </p:txBody>
      </p:sp>
    </p:spTree>
    <p:extLst>
      <p:ext uri="{BB962C8B-B14F-4D97-AF65-F5344CB8AC3E}">
        <p14:creationId xmlns:p14="http://schemas.microsoft.com/office/powerpoint/2010/main" val="18949302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me continue with the calculation program.</a:t>
            </a:r>
          </a:p>
          <a:p>
            <a:r>
              <a:rPr lang="en-US"/>
              <a:t>To build the model, David suggested using Stepwise Regression, which is a very good idea. With 68 observations and 31 features, we can explain any dependency without real meaning. We must reduce the number of features, extract those that explain the criterion, and remove predictors that spoil the model. Let's use Stepwise Regression for dimensionality reduction. Once again, thanks to David for the idea.</a:t>
            </a:r>
          </a:p>
          <a:p>
            <a:r>
              <a:rPr lang="en-US"/>
              <a:t>...</a:t>
            </a:r>
          </a:p>
          <a:p>
            <a:r>
              <a:rPr lang="en-US"/>
              <a:t>Now you understand the reasons for depression among immigrants.</a:t>
            </a:r>
          </a:p>
          <a:p>
            <a:r>
              <a:rPr lang="en-US"/>
              <a:t>It's truly remarkable. You only had 68 patients, yet you have extracted universal reasons for depression among immigrants.</a:t>
            </a:r>
            <a:r>
              <a:rPr lang="en-US">
                <a:ea typeface="Calibri"/>
                <a:cs typeface="Calibri"/>
              </a:rPr>
              <a:t> </a:t>
            </a:r>
            <a:endParaRPr lang="en-US" i="1">
              <a:ea typeface="Calibri"/>
              <a:cs typeface="Calibri"/>
            </a:endParaRPr>
          </a:p>
        </p:txBody>
      </p:sp>
      <p:sp>
        <p:nvSpPr>
          <p:cNvPr id="4" name="Slide Number Placeholder 3"/>
          <p:cNvSpPr>
            <a:spLocks noGrp="1"/>
          </p:cNvSpPr>
          <p:nvPr>
            <p:ph type="sldNum" sz="quarter" idx="5"/>
          </p:nvPr>
        </p:nvSpPr>
        <p:spPr/>
        <p:txBody>
          <a:bodyPr/>
          <a:lstStyle/>
          <a:p>
            <a:fld id="{BCD44444-4FAF-4C1E-99FB-38411BB4018B}" type="slidenum">
              <a:rPr lang="en-US"/>
              <a:t>17</a:t>
            </a:fld>
            <a:endParaRPr lang="en-US"/>
          </a:p>
        </p:txBody>
      </p:sp>
    </p:spTree>
    <p:extLst>
      <p:ext uri="{BB962C8B-B14F-4D97-AF65-F5344CB8AC3E}">
        <p14:creationId xmlns:p14="http://schemas.microsoft.com/office/powerpoint/2010/main" val="30912847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Let me continue to bigger miracles. You would never guess what we found.</a:t>
            </a:r>
          </a:p>
        </p:txBody>
      </p:sp>
      <p:sp>
        <p:nvSpPr>
          <p:cNvPr id="4" name="Slide Number Placeholder 3"/>
          <p:cNvSpPr>
            <a:spLocks noGrp="1"/>
          </p:cNvSpPr>
          <p:nvPr>
            <p:ph type="sldNum" sz="quarter" idx="5"/>
          </p:nvPr>
        </p:nvSpPr>
        <p:spPr/>
        <p:txBody>
          <a:bodyPr/>
          <a:lstStyle/>
          <a:p>
            <a:fld id="{BCD44444-4FAF-4C1E-99FB-38411BB4018B}" type="slidenum">
              <a:rPr lang="en-US"/>
              <a:t>18</a:t>
            </a:fld>
            <a:endParaRPr lang="en-US"/>
          </a:p>
        </p:txBody>
      </p:sp>
    </p:spTree>
    <p:extLst>
      <p:ext uri="{BB962C8B-B14F-4D97-AF65-F5344CB8AC3E}">
        <p14:creationId xmlns:p14="http://schemas.microsoft.com/office/powerpoint/2010/main" val="16362214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mn-lt"/>
                <a:cs typeface="+mn-lt"/>
              </a:rPr>
              <a:t>A modern liberal viewpoint suggests that we should respect immigrants' cultures. However, the data indicates that if immigrants feel societal pressure to assimilate and adopt the local lifestyle, it actually reduces depression rates among them.</a:t>
            </a:r>
            <a:endParaRPr lang="en-US" dirty="0"/>
          </a:p>
        </p:txBody>
      </p:sp>
      <p:sp>
        <p:nvSpPr>
          <p:cNvPr id="4" name="Номер слайда 3"/>
          <p:cNvSpPr>
            <a:spLocks noGrp="1"/>
          </p:cNvSpPr>
          <p:nvPr>
            <p:ph type="sldNum" sz="quarter" idx="5"/>
          </p:nvPr>
        </p:nvSpPr>
        <p:spPr/>
        <p:txBody>
          <a:bodyPr/>
          <a:lstStyle/>
          <a:p>
            <a:fld id="{BCD44444-4FAF-4C1E-99FB-38411BB4018B}" type="slidenum">
              <a:rPr lang="ru-RU" smtClean="0"/>
              <a:t>19</a:t>
            </a:fld>
            <a:endParaRPr lang="ru-RU"/>
          </a:p>
        </p:txBody>
      </p:sp>
    </p:spTree>
    <p:extLst>
      <p:ext uri="{BB962C8B-B14F-4D97-AF65-F5344CB8AC3E}">
        <p14:creationId xmlns:p14="http://schemas.microsoft.com/office/powerpoint/2010/main" val="1567982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Next interesting result. See the calculating program.</a:t>
            </a:r>
            <a:endParaRPr lang="ru-RU" dirty="0">
              <a:ea typeface="Calibri"/>
              <a:cs typeface="Calibri"/>
            </a:endParaRPr>
          </a:p>
          <a:p>
            <a:r>
              <a:rPr lang="en-US" dirty="0">
                <a:ea typeface="+mn-lt"/>
                <a:cs typeface="+mn-lt"/>
              </a:rPr>
              <a:t>We need to examine not only the features that influence depression but also those with a large p-value, indicating they are not significant in the cause-effect model.</a:t>
            </a:r>
            <a:endParaRPr lang="en-US" dirty="0"/>
          </a:p>
          <a:p>
            <a:r>
              <a:rPr lang="en-US" dirty="0">
                <a:ea typeface="+mn-lt"/>
                <a:cs typeface="+mn-lt"/>
              </a:rPr>
              <a:t>Least significant factors include:</a:t>
            </a:r>
            <a:endParaRPr lang="en-US" dirty="0"/>
          </a:p>
          <a:p>
            <a:pPr marL="285750" indent="-285750">
              <a:buFont typeface="Arial"/>
              <a:buChar char="•"/>
            </a:pPr>
            <a:r>
              <a:rPr lang="en-US" dirty="0">
                <a:ea typeface="+mn-lt"/>
                <a:cs typeface="+mn-lt"/>
              </a:rPr>
              <a:t>Having financial problems.</a:t>
            </a:r>
            <a:endParaRPr lang="en-US" dirty="0"/>
          </a:p>
          <a:p>
            <a:pPr marL="285750" indent="-285750">
              <a:buFont typeface="Arial"/>
              <a:buChar char="•"/>
            </a:pPr>
            <a:r>
              <a:rPr lang="en-US" dirty="0">
                <a:ea typeface="+mn-lt"/>
                <a:cs typeface="+mn-lt"/>
              </a:rPr>
              <a:t>Being worried about the inability to support one's family.</a:t>
            </a:r>
            <a:endParaRPr lang="en-US" dirty="0"/>
          </a:p>
        </p:txBody>
      </p:sp>
      <p:sp>
        <p:nvSpPr>
          <p:cNvPr id="4" name="Slide Number Placeholder 3"/>
          <p:cNvSpPr>
            <a:spLocks noGrp="1"/>
          </p:cNvSpPr>
          <p:nvPr>
            <p:ph type="sldNum" sz="quarter" idx="5"/>
          </p:nvPr>
        </p:nvSpPr>
        <p:spPr/>
        <p:txBody>
          <a:bodyPr/>
          <a:lstStyle/>
          <a:p>
            <a:fld id="{BCD44444-4FAF-4C1E-99FB-38411BB4018B}" type="slidenum">
              <a:rPr lang="en-US"/>
              <a:t>20</a:t>
            </a:fld>
            <a:endParaRPr lang="en-US"/>
          </a:p>
        </p:txBody>
      </p:sp>
    </p:spTree>
    <p:extLst>
      <p:ext uri="{BB962C8B-B14F-4D97-AF65-F5344CB8AC3E}">
        <p14:creationId xmlns:p14="http://schemas.microsoft.com/office/powerpoint/2010/main" val="33241264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draw your attention to encoding. The conclusions I described are highly dependent on encoding.</a:t>
            </a:r>
          </a:p>
          <a:p>
            <a:r>
              <a:rPr lang="en-US" dirty="0"/>
              <a:t>Maria </a:t>
            </a:r>
            <a:r>
              <a:rPr lang="en-US"/>
              <a:t>used an encoding </a:t>
            </a:r>
            <a:r>
              <a:rPr lang="en-US" dirty="0"/>
              <a:t>from "The Barcelona Immigration Stress Scale," which is more natural. Each of these has advantages and disadvantages. If you are interested in this nuance, I can provide you with a few useful papers.</a:t>
            </a:r>
          </a:p>
        </p:txBody>
      </p:sp>
      <p:sp>
        <p:nvSpPr>
          <p:cNvPr id="4" name="Slide Number Placeholder 3"/>
          <p:cNvSpPr>
            <a:spLocks noGrp="1"/>
          </p:cNvSpPr>
          <p:nvPr>
            <p:ph type="sldNum" sz="quarter" idx="5"/>
          </p:nvPr>
        </p:nvSpPr>
        <p:spPr/>
        <p:txBody>
          <a:bodyPr/>
          <a:lstStyle/>
          <a:p>
            <a:fld id="{BCD44444-4FAF-4C1E-99FB-38411BB4018B}" type="slidenum">
              <a:t>21</a:t>
            </a:fld>
            <a:endParaRPr lang="en-US"/>
          </a:p>
        </p:txBody>
      </p:sp>
    </p:spTree>
    <p:extLst>
      <p:ext uri="{BB962C8B-B14F-4D97-AF65-F5344CB8AC3E}">
        <p14:creationId xmlns:p14="http://schemas.microsoft.com/office/powerpoint/2010/main" val="2448006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They make the model worse. How respondents perceive the questions.</a:t>
            </a:r>
          </a:p>
        </p:txBody>
      </p:sp>
      <p:sp>
        <p:nvSpPr>
          <p:cNvPr id="4" name="Slide Number Placeholder 3"/>
          <p:cNvSpPr>
            <a:spLocks noGrp="1"/>
          </p:cNvSpPr>
          <p:nvPr>
            <p:ph type="sldNum" sz="quarter" idx="5"/>
          </p:nvPr>
        </p:nvSpPr>
        <p:spPr/>
        <p:txBody>
          <a:bodyPr/>
          <a:lstStyle/>
          <a:p>
            <a:fld id="{BCD44444-4FAF-4C1E-99FB-38411BB4018B}" type="slidenum">
              <a:rPr lang="en-US"/>
              <a:t>23</a:t>
            </a:fld>
            <a:endParaRPr lang="en-US"/>
          </a:p>
        </p:txBody>
      </p:sp>
    </p:spTree>
    <p:extLst>
      <p:ext uri="{BB962C8B-B14F-4D97-AF65-F5344CB8AC3E}">
        <p14:creationId xmlns:p14="http://schemas.microsoft.com/office/powerpoint/2010/main" val="2628122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2/19/2024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2/19/2024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2/19/2024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2/19/2024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mailto:mmccread@unm.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DimitriBolt75@unm.edu"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hyperlink" Target="https://unmm-my.sharepoint.com/:w:/g/personal/dimitribolt75_unm_edu/EewFXlvSTt5Guri1cCCOdcEBuvKLi7XYf1TdpRBBeyH3uw?e=T9G6r1" TargetMode="External"/><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9.jpeg"/><Relationship Id="rId4" Type="http://schemas.openxmlformats.org/officeDocument/2006/relationships/hyperlink" Target="https://unmm-my.sharepoint.com/:i:/g/personal/dimitribolt75_unm_edu/EVBsgFgmacFCv5aZ3XUwDsIB--EutM5RXmYdXMQWnP3jKQ?e=GXGZ6n"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jpe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hyperlink" Target="https://unmm-my.sharepoint.com/:i:/g/personal/dimitribolt75_unm_edu/EdpM2vY5x_FDh6juVe2QgpMBrHUgNoTdrSMhsu-ivXwP3Q?e=Fxfszp"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3D6D92D-5E38-6652-39A7-F393AEA7CA52}"/>
              </a:ext>
            </a:extLst>
          </p:cNvPr>
          <p:cNvSpPr>
            <a:spLocks noGrp="1"/>
          </p:cNvSpPr>
          <p:nvPr>
            <p:ph type="title"/>
          </p:nvPr>
        </p:nvSpPr>
        <p:spPr>
          <a:xfrm>
            <a:off x="2555631" y="1441938"/>
            <a:ext cx="7080738" cy="3974124"/>
          </a:xfrm>
        </p:spPr>
        <p:txBody>
          <a:bodyPr vert="horz" lIns="91440" tIns="45720" rIns="91440" bIns="45720" rtlCol="0" anchor="ctr">
            <a:normAutofit/>
          </a:bodyPr>
          <a:lstStyle/>
          <a:p>
            <a:pPr algn="ctr"/>
            <a:r>
              <a:rPr lang="en-US" sz="3800">
                <a:solidFill>
                  <a:schemeClr val="bg1">
                    <a:lumMod val="95000"/>
                    <a:lumOff val="5000"/>
                  </a:schemeClr>
                </a:solidFill>
              </a:rPr>
              <a:t>Russians Fleeing Putin’s country:</a:t>
            </a:r>
            <a:br>
              <a:rPr lang="en-US" sz="3800"/>
            </a:br>
            <a:r>
              <a:rPr lang="en-US" sz="3800">
                <a:solidFill>
                  <a:schemeClr val="bg1">
                    <a:lumMod val="95000"/>
                    <a:lumOff val="5000"/>
                  </a:schemeClr>
                </a:solidFill>
              </a:rPr>
              <a:t> Daily Stressors, Traumatic Experience, Anxiety, Depression, Post Traumatic Stress Disorder </a:t>
            </a:r>
            <a:br>
              <a:rPr lang="en-US" sz="3800"/>
            </a:br>
            <a:br>
              <a:rPr lang="en-US" sz="3800"/>
            </a:br>
            <a:r>
              <a:rPr lang="en-US" sz="2400">
                <a:solidFill>
                  <a:schemeClr val="bg1">
                    <a:lumMod val="95000"/>
                    <a:lumOff val="5000"/>
                  </a:schemeClr>
                </a:solidFill>
              </a:rPr>
              <a:t>Maria McCready</a:t>
            </a:r>
            <a:br>
              <a:rPr lang="en-US" sz="2400">
                <a:solidFill>
                  <a:schemeClr val="bg1">
                    <a:lumMod val="95000"/>
                    <a:lumOff val="5000"/>
                  </a:schemeClr>
                </a:solidFill>
              </a:rPr>
            </a:br>
            <a:r>
              <a:rPr lang="en-US" sz="2400">
                <a:solidFill>
                  <a:schemeClr val="bg1">
                    <a:lumMod val="95000"/>
                    <a:lumOff val="5000"/>
                  </a:schemeClr>
                </a:solidFill>
              </a:rPr>
              <a:t>Dimitri Bolt</a:t>
            </a:r>
            <a:br>
              <a:rPr lang="en-US" sz="2400"/>
            </a:br>
            <a:endParaRPr lang="en-US" sz="2400">
              <a:solidFill>
                <a:schemeClr val="bg1">
                  <a:lumMod val="95000"/>
                  <a:lumOff val="5000"/>
                </a:schemeClr>
              </a:solidFill>
            </a:endParaRPr>
          </a:p>
          <a:p>
            <a:pPr algn="ctr"/>
            <a:endParaRPr lang="en-US" sz="3800">
              <a:solidFill>
                <a:schemeClr val="bg1">
                  <a:lumMod val="95000"/>
                  <a:lumOff val="5000"/>
                </a:schemeClr>
              </a:solidFill>
            </a:endParaRPr>
          </a:p>
        </p:txBody>
      </p:sp>
      <p:sp>
        <p:nvSpPr>
          <p:cNvPr id="4" name="Slide Number Placeholder 3">
            <a:extLst>
              <a:ext uri="{FF2B5EF4-FFF2-40B4-BE49-F238E27FC236}">
                <a16:creationId xmlns:a16="http://schemas.microsoft.com/office/drawing/2014/main" id="{AE1A8902-A55E-95E2-56CD-7D9A7E530BE1}"/>
              </a:ext>
            </a:extLst>
          </p:cNvPr>
          <p:cNvSpPr>
            <a:spLocks noGrp="1"/>
          </p:cNvSpPr>
          <p:nvPr>
            <p:ph type="sldNum" sz="quarter" idx="12"/>
          </p:nvPr>
        </p:nvSpPr>
        <p:spPr>
          <a:xfrm>
            <a:off x="11000232" y="6108192"/>
            <a:ext cx="548640" cy="548640"/>
          </a:xfrm>
          <a:prstGeom prst="ellipse">
            <a:avLst/>
          </a:prstGeom>
          <a:solidFill>
            <a:srgbClr val="7F7F7F"/>
          </a:solidFill>
        </p:spPr>
        <p:txBody>
          <a:bodyPr vert="horz" lIns="91440" tIns="45720" rIns="91440" bIns="45720" rtlCol="0" anchor="ctr">
            <a:normAutofit/>
          </a:bodyPr>
          <a:lstStyle/>
          <a:p>
            <a:pPr algn="ctr" defTabSz="457200">
              <a:spcAft>
                <a:spcPts val="600"/>
              </a:spcAft>
            </a:pPr>
            <a:fld id="{330EA680-D336-4FF7-8B7A-9848BB0A1C32}" type="slidenum">
              <a:rPr lang="en-US" sz="1500" dirty="0">
                <a:solidFill>
                  <a:srgbClr val="FFFFFF"/>
                </a:solidFill>
              </a:rPr>
              <a:pPr algn="ctr" defTabSz="457200">
                <a:spcAft>
                  <a:spcPts val="600"/>
                </a:spcAft>
              </a:pPr>
              <a:t>1</a:t>
            </a:fld>
            <a:endParaRPr lang="en-US" sz="1500">
              <a:solidFill>
                <a:srgbClr val="FFFFFF"/>
              </a:solidFill>
            </a:endParaRPr>
          </a:p>
        </p:txBody>
      </p:sp>
    </p:spTree>
    <p:extLst>
      <p:ext uri="{BB962C8B-B14F-4D97-AF65-F5344CB8AC3E}">
        <p14:creationId xmlns:p14="http://schemas.microsoft.com/office/powerpoint/2010/main" val="323168528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2C6DE1-EBC1-3267-6859-6B8A55F90388}"/>
              </a:ext>
            </a:extLst>
          </p:cNvPr>
          <p:cNvSpPr>
            <a:spLocks noGrp="1"/>
          </p:cNvSpPr>
          <p:nvPr>
            <p:ph type="title"/>
          </p:nvPr>
        </p:nvSpPr>
        <p:spPr>
          <a:xfrm>
            <a:off x="838201" y="365125"/>
            <a:ext cx="5251316" cy="1807305"/>
          </a:xfrm>
        </p:spPr>
        <p:txBody>
          <a:bodyPr>
            <a:normAutofit/>
          </a:bodyPr>
          <a:lstStyle/>
          <a:p>
            <a:r>
              <a:rPr lang="en-US"/>
              <a:t>Method</a:t>
            </a:r>
          </a:p>
        </p:txBody>
      </p:sp>
      <p:sp>
        <p:nvSpPr>
          <p:cNvPr id="3" name="Content Placeholder 2">
            <a:extLst>
              <a:ext uri="{FF2B5EF4-FFF2-40B4-BE49-F238E27FC236}">
                <a16:creationId xmlns:a16="http://schemas.microsoft.com/office/drawing/2014/main" id="{57DC7E34-8DA3-89ED-BC21-C4EB43C975A3}"/>
              </a:ext>
            </a:extLst>
          </p:cNvPr>
          <p:cNvSpPr>
            <a:spLocks noGrp="1"/>
          </p:cNvSpPr>
          <p:nvPr>
            <p:ph idx="1"/>
          </p:nvPr>
        </p:nvSpPr>
        <p:spPr>
          <a:xfrm>
            <a:off x="838200" y="2333297"/>
            <a:ext cx="4619621" cy="3843666"/>
          </a:xfrm>
        </p:spPr>
        <p:txBody>
          <a:bodyPr vert="horz" lIns="91440" tIns="45720" rIns="91440" bIns="45720" rtlCol="0">
            <a:normAutofit/>
          </a:bodyPr>
          <a:lstStyle/>
          <a:p>
            <a:r>
              <a:rPr lang="en-US" sz="1900">
                <a:ea typeface="+mn-lt"/>
                <a:cs typeface="+mn-lt"/>
              </a:rPr>
              <a:t>The target participant population was adult Russian emigrants who left Russia after February 24th, 2022 (n = 67).</a:t>
            </a:r>
            <a:endParaRPr lang="en-US" sz="1900">
              <a:latin typeface="Aptos Display"/>
              <a:cs typeface="Times New Roman"/>
            </a:endParaRPr>
          </a:p>
          <a:p>
            <a:r>
              <a:rPr lang="en-US" sz="1900">
                <a:ea typeface="+mn-lt"/>
                <a:cs typeface="+mn-lt"/>
              </a:rPr>
              <a:t>Our focus was on Russian emigrants in Armenia and Georgia.</a:t>
            </a:r>
            <a:endParaRPr lang="en-US" sz="1900"/>
          </a:p>
          <a:p>
            <a:r>
              <a:rPr lang="en-US" sz="1900">
                <a:ea typeface="+mn-lt"/>
                <a:cs typeface="+mn-lt"/>
              </a:rPr>
              <a:t>There was a similar number of female (45%) and male (49%) participants; 3% of participants were non-binary. Most participants were 25-44 years old (62%); ethnically Russian (70%); married (43%); had at least five years of college (35%); and had an average income (46%).</a:t>
            </a:r>
            <a:endParaRPr lang="en-US" sz="1900"/>
          </a:p>
          <a:p>
            <a:endParaRPr lang="en-US" sz="1900">
              <a:latin typeface="Aptos Display"/>
              <a:cs typeface="Times New Roman"/>
            </a:endParaRPr>
          </a:p>
          <a:p>
            <a:endParaRPr lang="en-US" sz="1900">
              <a:latin typeface="Times New Roman"/>
              <a:cs typeface="Times New Roman"/>
            </a:endParaRPr>
          </a:p>
        </p:txBody>
      </p:sp>
      <p:pic>
        <p:nvPicPr>
          <p:cNvPr id="5" name="Picture 4" descr="https://cdnn21.img.ria.ru/images/07e4/03/17/1569000313_0:56:3000:1744_1280x0_80_0_0_3942964ad9e37ae2e727421473d01f4b.jpg">
            <a:extLst>
              <a:ext uri="{FF2B5EF4-FFF2-40B4-BE49-F238E27FC236}">
                <a16:creationId xmlns:a16="http://schemas.microsoft.com/office/drawing/2014/main" id="{3BE22522-C651-8DFF-C6E0-EE68B5D4814B}"/>
              </a:ext>
            </a:extLst>
          </p:cNvPr>
          <p:cNvPicPr>
            <a:picLocks noChangeAspect="1"/>
          </p:cNvPicPr>
          <p:nvPr/>
        </p:nvPicPr>
        <p:blipFill rotWithShape="1">
          <a:blip r:embed="rId2"/>
          <a:srcRect l="21512" r="29580"/>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4" name="Slide Number Placeholder 3">
            <a:extLst>
              <a:ext uri="{FF2B5EF4-FFF2-40B4-BE49-F238E27FC236}">
                <a16:creationId xmlns:a16="http://schemas.microsoft.com/office/drawing/2014/main" id="{A1DA5BA3-CFAD-3F05-239F-9A17DFCDB8E3}"/>
              </a:ext>
            </a:extLst>
          </p:cNvPr>
          <p:cNvSpPr>
            <a:spLocks noGrp="1"/>
          </p:cNvSpPr>
          <p:nvPr>
            <p:ph type="sldNum" sz="quarter" idx="12"/>
          </p:nvPr>
        </p:nvSpPr>
        <p:spPr>
          <a:xfrm>
            <a:off x="8610600" y="6356350"/>
            <a:ext cx="2743200" cy="365125"/>
          </a:xfrm>
        </p:spPr>
        <p:txBody>
          <a:bodyPr>
            <a:normAutofit/>
          </a:bodyPr>
          <a:lstStyle/>
          <a:p>
            <a:pPr>
              <a:spcAft>
                <a:spcPts val="600"/>
              </a:spcAft>
            </a:pPr>
            <a:fld id="{330EA680-D336-4FF7-8B7A-9848BB0A1C32}" type="slidenum">
              <a:rPr lang="en-US">
                <a:solidFill>
                  <a:srgbClr val="FFFFFF"/>
                </a:solidFill>
              </a:rPr>
              <a:pPr>
                <a:spcAft>
                  <a:spcPts val="600"/>
                </a:spcAft>
              </a:pPr>
              <a:t>2</a:t>
            </a:fld>
            <a:endParaRPr lang="en-US">
              <a:solidFill>
                <a:srgbClr val="FFFFFF"/>
              </a:solidFill>
            </a:endParaRPr>
          </a:p>
        </p:txBody>
      </p:sp>
    </p:spTree>
    <p:extLst>
      <p:ext uri="{BB962C8B-B14F-4D97-AF65-F5344CB8AC3E}">
        <p14:creationId xmlns:p14="http://schemas.microsoft.com/office/powerpoint/2010/main" val="2492494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1BDED99-B35B-4FEE-A274-8E8DB6FEE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02473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Pen placed on top of a signature line">
            <a:extLst>
              <a:ext uri="{FF2B5EF4-FFF2-40B4-BE49-F238E27FC236}">
                <a16:creationId xmlns:a16="http://schemas.microsoft.com/office/drawing/2014/main" id="{E3F8F08A-87F3-0F17-13FF-1733EEAF5A81}"/>
              </a:ext>
            </a:extLst>
          </p:cNvPr>
          <p:cNvPicPr>
            <a:picLocks noChangeAspect="1"/>
          </p:cNvPicPr>
          <p:nvPr/>
        </p:nvPicPr>
        <p:blipFill rotWithShape="1">
          <a:blip r:embed="rId2"/>
          <a:srcRect l="55458" r="3491" b="-3"/>
          <a:stretch/>
        </p:blipFill>
        <p:spPr>
          <a:xfrm>
            <a:off x="7968222" y="10"/>
            <a:ext cx="4223778" cy="6857990"/>
          </a:xfrm>
          <a:custGeom>
            <a:avLst/>
            <a:gdLst/>
            <a:ahLst/>
            <a:cxnLst/>
            <a:rect l="l" t="t" r="r" b="b"/>
            <a:pathLst>
              <a:path w="4223778" h="6865951">
                <a:moveTo>
                  <a:pt x="478794" y="0"/>
                </a:moveTo>
                <a:lnTo>
                  <a:pt x="4223778" y="0"/>
                </a:lnTo>
                <a:lnTo>
                  <a:pt x="4223778" y="6865951"/>
                </a:lnTo>
                <a:lnTo>
                  <a:pt x="52221" y="6865951"/>
                </a:lnTo>
                <a:lnTo>
                  <a:pt x="49989" y="6844695"/>
                </a:lnTo>
                <a:cubicBezTo>
                  <a:pt x="46440" y="6810509"/>
                  <a:pt x="42891" y="6776323"/>
                  <a:pt x="41304" y="6765443"/>
                </a:cubicBezTo>
                <a:cubicBezTo>
                  <a:pt x="35681" y="6732842"/>
                  <a:pt x="13533" y="6716945"/>
                  <a:pt x="11182" y="6694817"/>
                </a:cubicBezTo>
                <a:cubicBezTo>
                  <a:pt x="16764" y="6697663"/>
                  <a:pt x="14835" y="6635151"/>
                  <a:pt x="10913" y="6627127"/>
                </a:cubicBezTo>
                <a:cubicBezTo>
                  <a:pt x="19564" y="6579282"/>
                  <a:pt x="-12861" y="6585665"/>
                  <a:pt x="5999" y="6527525"/>
                </a:cubicBezTo>
                <a:cubicBezTo>
                  <a:pt x="12287" y="6468687"/>
                  <a:pt x="19003" y="6409739"/>
                  <a:pt x="7685" y="6346547"/>
                </a:cubicBezTo>
                <a:cubicBezTo>
                  <a:pt x="31149" y="6240430"/>
                  <a:pt x="5895" y="6134229"/>
                  <a:pt x="12535" y="6084924"/>
                </a:cubicBezTo>
                <a:cubicBezTo>
                  <a:pt x="14696" y="6024961"/>
                  <a:pt x="53867" y="6020785"/>
                  <a:pt x="45320" y="5989742"/>
                </a:cubicBezTo>
                <a:cubicBezTo>
                  <a:pt x="41264" y="5940899"/>
                  <a:pt x="43258" y="5932095"/>
                  <a:pt x="40418" y="5889597"/>
                </a:cubicBezTo>
                <a:cubicBezTo>
                  <a:pt x="20860" y="5848611"/>
                  <a:pt x="51187" y="5792775"/>
                  <a:pt x="49796" y="5755774"/>
                </a:cubicBezTo>
                <a:cubicBezTo>
                  <a:pt x="43522" y="5734342"/>
                  <a:pt x="37368" y="5692606"/>
                  <a:pt x="49956" y="5684909"/>
                </a:cubicBezTo>
                <a:cubicBezTo>
                  <a:pt x="52825" y="5660429"/>
                  <a:pt x="62553" y="5623499"/>
                  <a:pt x="67011" y="5608897"/>
                </a:cubicBezTo>
                <a:lnTo>
                  <a:pt x="76701" y="5597290"/>
                </a:lnTo>
                <a:cubicBezTo>
                  <a:pt x="87717" y="5587442"/>
                  <a:pt x="82431" y="5550877"/>
                  <a:pt x="89120" y="5529641"/>
                </a:cubicBezTo>
                <a:cubicBezTo>
                  <a:pt x="69291" y="5496375"/>
                  <a:pt x="118554" y="5526326"/>
                  <a:pt x="94330" y="5470852"/>
                </a:cubicBezTo>
                <a:cubicBezTo>
                  <a:pt x="95483" y="5449506"/>
                  <a:pt x="114690" y="5429653"/>
                  <a:pt x="116139" y="5390946"/>
                </a:cubicBezTo>
                <a:cubicBezTo>
                  <a:pt x="127589" y="5337323"/>
                  <a:pt x="132794" y="5338384"/>
                  <a:pt x="135560" y="5284344"/>
                </a:cubicBezTo>
                <a:cubicBezTo>
                  <a:pt x="143629" y="5226223"/>
                  <a:pt x="148113" y="5192743"/>
                  <a:pt x="158141" y="5143920"/>
                </a:cubicBezTo>
                <a:cubicBezTo>
                  <a:pt x="170128" y="5118849"/>
                  <a:pt x="159838" y="5102006"/>
                  <a:pt x="174950" y="5088188"/>
                </a:cubicBezTo>
                <a:cubicBezTo>
                  <a:pt x="197620" y="5107654"/>
                  <a:pt x="181875" y="4983257"/>
                  <a:pt x="203603" y="5010764"/>
                </a:cubicBezTo>
                <a:lnTo>
                  <a:pt x="258582" y="4919969"/>
                </a:lnTo>
                <a:cubicBezTo>
                  <a:pt x="238838" y="4883087"/>
                  <a:pt x="271098" y="4853332"/>
                  <a:pt x="287910" y="4849612"/>
                </a:cubicBezTo>
                <a:cubicBezTo>
                  <a:pt x="294156" y="4811643"/>
                  <a:pt x="286101" y="4834074"/>
                  <a:pt x="305439" y="4799017"/>
                </a:cubicBezTo>
                <a:cubicBezTo>
                  <a:pt x="322572" y="4758926"/>
                  <a:pt x="352642" y="4705848"/>
                  <a:pt x="373456" y="4667754"/>
                </a:cubicBezTo>
                <a:cubicBezTo>
                  <a:pt x="384080" y="4649919"/>
                  <a:pt x="401158" y="4670663"/>
                  <a:pt x="407944" y="4574050"/>
                </a:cubicBezTo>
                <a:cubicBezTo>
                  <a:pt x="408098" y="4548109"/>
                  <a:pt x="427782" y="4503327"/>
                  <a:pt x="425133" y="4462469"/>
                </a:cubicBezTo>
                <a:lnTo>
                  <a:pt x="433890" y="4364681"/>
                </a:lnTo>
                <a:cubicBezTo>
                  <a:pt x="430018" y="4339230"/>
                  <a:pt x="435361" y="4287915"/>
                  <a:pt x="440691" y="4222147"/>
                </a:cubicBezTo>
                <a:cubicBezTo>
                  <a:pt x="451463" y="4164562"/>
                  <a:pt x="497377" y="4067298"/>
                  <a:pt x="503057" y="3977136"/>
                </a:cubicBezTo>
                <a:cubicBezTo>
                  <a:pt x="519229" y="3939837"/>
                  <a:pt x="472839" y="3875689"/>
                  <a:pt x="507582" y="3776020"/>
                </a:cubicBezTo>
                <a:cubicBezTo>
                  <a:pt x="497716" y="3757477"/>
                  <a:pt x="518006" y="3707185"/>
                  <a:pt x="521577" y="3692206"/>
                </a:cubicBezTo>
                <a:cubicBezTo>
                  <a:pt x="525148" y="3677227"/>
                  <a:pt x="526352" y="3687655"/>
                  <a:pt x="529009" y="3686147"/>
                </a:cubicBezTo>
                <a:cubicBezTo>
                  <a:pt x="531848" y="3650325"/>
                  <a:pt x="545504" y="3563351"/>
                  <a:pt x="551870" y="3514534"/>
                </a:cubicBezTo>
                <a:cubicBezTo>
                  <a:pt x="561331" y="3487751"/>
                  <a:pt x="581973" y="3426419"/>
                  <a:pt x="567205" y="3393248"/>
                </a:cubicBezTo>
                <a:cubicBezTo>
                  <a:pt x="585208" y="3400657"/>
                  <a:pt x="563566" y="3353906"/>
                  <a:pt x="579630" y="3344723"/>
                </a:cubicBezTo>
                <a:cubicBezTo>
                  <a:pt x="592861" y="3339338"/>
                  <a:pt x="589379" y="3323900"/>
                  <a:pt x="592672" y="3310978"/>
                </a:cubicBezTo>
                <a:cubicBezTo>
                  <a:pt x="605351" y="3299735"/>
                  <a:pt x="594296" y="3237176"/>
                  <a:pt x="589270" y="3216655"/>
                </a:cubicBezTo>
                <a:cubicBezTo>
                  <a:pt x="566909" y="3160431"/>
                  <a:pt x="626099" y="3142203"/>
                  <a:pt x="609663" y="3096973"/>
                </a:cubicBezTo>
                <a:cubicBezTo>
                  <a:pt x="609191" y="3084373"/>
                  <a:pt x="615889" y="3033331"/>
                  <a:pt x="618886" y="3023628"/>
                </a:cubicBezTo>
                <a:lnTo>
                  <a:pt x="630425" y="2998646"/>
                </a:lnTo>
                <a:lnTo>
                  <a:pt x="640017" y="2995914"/>
                </a:lnTo>
                <a:lnTo>
                  <a:pt x="643600" y="2978244"/>
                </a:lnTo>
                <a:lnTo>
                  <a:pt x="659520" y="2950805"/>
                </a:lnTo>
                <a:cubicBezTo>
                  <a:pt x="620152" y="2937671"/>
                  <a:pt x="687598" y="2860550"/>
                  <a:pt x="650890" y="2864933"/>
                </a:cubicBezTo>
                <a:cubicBezTo>
                  <a:pt x="663707" y="2817056"/>
                  <a:pt x="662078" y="2779813"/>
                  <a:pt x="640210" y="2741864"/>
                </a:cubicBezTo>
                <a:cubicBezTo>
                  <a:pt x="634452" y="2649732"/>
                  <a:pt x="665268" y="2597914"/>
                  <a:pt x="639387" y="2510931"/>
                </a:cubicBezTo>
                <a:cubicBezTo>
                  <a:pt x="645574" y="2407642"/>
                  <a:pt x="671719" y="2317589"/>
                  <a:pt x="680438" y="2227415"/>
                </a:cubicBezTo>
                <a:cubicBezTo>
                  <a:pt x="664175" y="2189847"/>
                  <a:pt x="704423" y="2141655"/>
                  <a:pt x="688135" y="2054289"/>
                </a:cubicBezTo>
                <a:cubicBezTo>
                  <a:pt x="683239" y="2048201"/>
                  <a:pt x="684029" y="1979567"/>
                  <a:pt x="681480" y="1972202"/>
                </a:cubicBezTo>
                <a:lnTo>
                  <a:pt x="686247" y="1917474"/>
                </a:lnTo>
                <a:lnTo>
                  <a:pt x="679783" y="1862721"/>
                </a:lnTo>
                <a:cubicBezTo>
                  <a:pt x="683677" y="1851209"/>
                  <a:pt x="688980" y="1824057"/>
                  <a:pt x="686639" y="1818227"/>
                </a:cubicBezTo>
                <a:lnTo>
                  <a:pt x="658235" y="1742488"/>
                </a:lnTo>
                <a:cubicBezTo>
                  <a:pt x="645662" y="1715201"/>
                  <a:pt x="661423" y="1719638"/>
                  <a:pt x="636990" y="1638389"/>
                </a:cubicBezTo>
                <a:cubicBezTo>
                  <a:pt x="626351" y="1601441"/>
                  <a:pt x="629414" y="1617134"/>
                  <a:pt x="602059" y="1570807"/>
                </a:cubicBezTo>
                <a:lnTo>
                  <a:pt x="570903" y="1513173"/>
                </a:lnTo>
                <a:cubicBezTo>
                  <a:pt x="570781" y="1503175"/>
                  <a:pt x="550561" y="1468055"/>
                  <a:pt x="550438" y="1458058"/>
                </a:cubicBezTo>
                <a:cubicBezTo>
                  <a:pt x="556848" y="1428101"/>
                  <a:pt x="546263" y="1422712"/>
                  <a:pt x="531416" y="1385478"/>
                </a:cubicBezTo>
                <a:cubicBezTo>
                  <a:pt x="527790" y="1370753"/>
                  <a:pt x="490725" y="1304050"/>
                  <a:pt x="501981" y="1265452"/>
                </a:cubicBezTo>
                <a:cubicBezTo>
                  <a:pt x="501825" y="1234781"/>
                  <a:pt x="490462" y="1187660"/>
                  <a:pt x="487370" y="1141743"/>
                </a:cubicBezTo>
                <a:cubicBezTo>
                  <a:pt x="484278" y="1095826"/>
                  <a:pt x="483852" y="1028118"/>
                  <a:pt x="483427" y="989948"/>
                </a:cubicBezTo>
                <a:cubicBezTo>
                  <a:pt x="483001" y="951779"/>
                  <a:pt x="494678" y="945984"/>
                  <a:pt x="484820" y="912725"/>
                </a:cubicBezTo>
                <a:cubicBezTo>
                  <a:pt x="467566" y="854951"/>
                  <a:pt x="510777" y="860797"/>
                  <a:pt x="475093" y="812798"/>
                </a:cubicBezTo>
                <a:cubicBezTo>
                  <a:pt x="461960" y="787034"/>
                  <a:pt x="498505" y="551948"/>
                  <a:pt x="461972" y="450605"/>
                </a:cubicBezTo>
                <a:cubicBezTo>
                  <a:pt x="470167" y="357604"/>
                  <a:pt x="458694" y="431306"/>
                  <a:pt x="465015" y="372906"/>
                </a:cubicBezTo>
                <a:cubicBezTo>
                  <a:pt x="503427" y="364177"/>
                  <a:pt x="489736" y="290341"/>
                  <a:pt x="490377" y="246134"/>
                </a:cubicBezTo>
                <a:cubicBezTo>
                  <a:pt x="491019" y="201927"/>
                  <a:pt x="449725" y="138160"/>
                  <a:pt x="468864" y="107666"/>
                </a:cubicBezTo>
                <a:cubicBezTo>
                  <a:pt x="468282" y="89794"/>
                  <a:pt x="477749" y="76947"/>
                  <a:pt x="477167" y="59075"/>
                </a:cubicBezTo>
                <a:lnTo>
                  <a:pt x="472992" y="14560"/>
                </a:lnTo>
                <a:close/>
              </a:path>
            </a:pathLst>
          </a:custGeom>
        </p:spPr>
      </p:pic>
      <p:sp>
        <p:nvSpPr>
          <p:cNvPr id="2" name="Title 1">
            <a:extLst>
              <a:ext uri="{FF2B5EF4-FFF2-40B4-BE49-F238E27FC236}">
                <a16:creationId xmlns:a16="http://schemas.microsoft.com/office/drawing/2014/main" id="{62837274-FF2C-85C5-2418-15A1448CD5A9}"/>
              </a:ext>
            </a:extLst>
          </p:cNvPr>
          <p:cNvSpPr>
            <a:spLocks noGrp="1"/>
          </p:cNvSpPr>
          <p:nvPr>
            <p:ph type="title"/>
          </p:nvPr>
        </p:nvSpPr>
        <p:spPr>
          <a:xfrm>
            <a:off x="1137034" y="609600"/>
            <a:ext cx="6831188" cy="1322887"/>
          </a:xfrm>
        </p:spPr>
        <p:txBody>
          <a:bodyPr>
            <a:normAutofit/>
          </a:bodyPr>
          <a:lstStyle/>
          <a:p>
            <a:r>
              <a:rPr lang="en-US">
                <a:latin typeface="Aptos"/>
                <a:cs typeface="Times New Roman"/>
              </a:rPr>
              <a:t>Measures</a:t>
            </a:r>
            <a:endParaRPr lang="en-US">
              <a:latin typeface="Aptos"/>
            </a:endParaRPr>
          </a:p>
        </p:txBody>
      </p:sp>
      <p:sp>
        <p:nvSpPr>
          <p:cNvPr id="3" name="Content Placeholder 2">
            <a:extLst>
              <a:ext uri="{FF2B5EF4-FFF2-40B4-BE49-F238E27FC236}">
                <a16:creationId xmlns:a16="http://schemas.microsoft.com/office/drawing/2014/main" id="{675B9FFF-74A8-85CF-564B-58F505A5F4B5}"/>
              </a:ext>
            </a:extLst>
          </p:cNvPr>
          <p:cNvSpPr>
            <a:spLocks noGrp="1"/>
          </p:cNvSpPr>
          <p:nvPr>
            <p:ph idx="1"/>
          </p:nvPr>
        </p:nvSpPr>
        <p:spPr>
          <a:xfrm>
            <a:off x="1137035" y="2194102"/>
            <a:ext cx="6516216" cy="3908585"/>
          </a:xfrm>
        </p:spPr>
        <p:txBody>
          <a:bodyPr vert="horz" lIns="91440" tIns="45720" rIns="91440" bIns="45720" rtlCol="0" anchor="t">
            <a:noAutofit/>
          </a:bodyPr>
          <a:lstStyle/>
          <a:p>
            <a:r>
              <a:rPr lang="en-US" sz="2400">
                <a:ea typeface="+mn-lt"/>
                <a:cs typeface="+mn-lt"/>
              </a:rPr>
              <a:t>Daily Stressors Assessment (adapted from The Barcelona Immigration Stress Scale);</a:t>
            </a:r>
            <a:endParaRPr lang="en-US" sz="2400">
              <a:latin typeface="Aptos"/>
              <a:cs typeface="Times New Roman"/>
            </a:endParaRPr>
          </a:p>
          <a:p>
            <a:r>
              <a:rPr lang="en-US" sz="2400">
                <a:ea typeface="+mn-lt"/>
                <a:cs typeface="+mn-lt"/>
              </a:rPr>
              <a:t>Harvard Trauma Questionnaire (HTQ);</a:t>
            </a:r>
            <a:endParaRPr lang="en-US"/>
          </a:p>
          <a:p>
            <a:r>
              <a:rPr lang="en-US" sz="2400">
                <a:ea typeface="+mn-lt"/>
                <a:cs typeface="+mn-lt"/>
              </a:rPr>
              <a:t>Hopkins Symptom Checklist (HSCL-25);</a:t>
            </a:r>
            <a:endParaRPr lang="en-US"/>
          </a:p>
          <a:p>
            <a:pPr marL="0" indent="0">
              <a:buNone/>
            </a:pPr>
            <a:endParaRPr lang="en-US" sz="2400">
              <a:ea typeface="+mn-lt"/>
              <a:cs typeface="+mn-lt"/>
            </a:endParaRPr>
          </a:p>
          <a:p>
            <a:r>
              <a:rPr lang="en-US" sz="2400">
                <a:ea typeface="+mn-lt"/>
                <a:cs typeface="+mn-lt"/>
              </a:rPr>
              <a:t>These assessments were conducted in Russian and administered online;</a:t>
            </a:r>
            <a:endParaRPr lang="en-US"/>
          </a:p>
          <a:p>
            <a:r>
              <a:rPr lang="en-US" sz="2400">
                <a:ea typeface="+mn-lt"/>
                <a:cs typeface="+mn-lt"/>
              </a:rPr>
              <a:t>All measures were obtained in Russian directly from the publisher.</a:t>
            </a:r>
            <a:endParaRPr lang="en-US"/>
          </a:p>
          <a:p>
            <a:endParaRPr lang="en-US" sz="2400">
              <a:latin typeface="Aptos"/>
              <a:cs typeface="Times New Roman"/>
            </a:endParaRPr>
          </a:p>
          <a:p>
            <a:endParaRPr lang="en-US" sz="2000"/>
          </a:p>
        </p:txBody>
      </p:sp>
      <p:sp>
        <p:nvSpPr>
          <p:cNvPr id="4" name="Slide Number Placeholder 3">
            <a:extLst>
              <a:ext uri="{FF2B5EF4-FFF2-40B4-BE49-F238E27FC236}">
                <a16:creationId xmlns:a16="http://schemas.microsoft.com/office/drawing/2014/main" id="{8AC57EA2-7516-C92F-5759-0C5C54CD583C}"/>
              </a:ext>
            </a:extLst>
          </p:cNvPr>
          <p:cNvSpPr>
            <a:spLocks noGrp="1"/>
          </p:cNvSpPr>
          <p:nvPr>
            <p:ph type="sldNum" sz="quarter" idx="12"/>
          </p:nvPr>
        </p:nvSpPr>
        <p:spPr>
          <a:xfrm>
            <a:off x="8610600" y="6356350"/>
            <a:ext cx="2743200" cy="365125"/>
          </a:xfrm>
        </p:spPr>
        <p:txBody>
          <a:bodyPr>
            <a:normAutofit/>
          </a:bodyPr>
          <a:lstStyle/>
          <a:p>
            <a:pPr>
              <a:spcAft>
                <a:spcPts val="600"/>
              </a:spcAft>
            </a:pPr>
            <a:fld id="{330EA680-D336-4FF7-8B7A-9848BB0A1C32}" type="slidenum">
              <a:rPr lang="en-US" sz="1000">
                <a:solidFill>
                  <a:srgbClr val="FFFFFF"/>
                </a:solidFill>
              </a:rPr>
              <a:pPr>
                <a:spcAft>
                  <a:spcPts val="600"/>
                </a:spcAft>
              </a:pPr>
              <a:t>3</a:t>
            </a:fld>
            <a:endParaRPr lang="en-US" sz="1000">
              <a:solidFill>
                <a:srgbClr val="FFFFFF"/>
              </a:solidFill>
            </a:endParaRPr>
          </a:p>
        </p:txBody>
      </p:sp>
    </p:spTree>
    <p:extLst>
      <p:ext uri="{BB962C8B-B14F-4D97-AF65-F5344CB8AC3E}">
        <p14:creationId xmlns:p14="http://schemas.microsoft.com/office/powerpoint/2010/main" val="2472034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B7EE19-57A1-4441-707B-0D5315ED230B}"/>
              </a:ext>
            </a:extLst>
          </p:cNvPr>
          <p:cNvSpPr>
            <a:spLocks noGrp="1"/>
          </p:cNvSpPr>
          <p:nvPr>
            <p:ph type="title"/>
          </p:nvPr>
        </p:nvSpPr>
        <p:spPr>
          <a:xfrm>
            <a:off x="793662" y="386930"/>
            <a:ext cx="10066122" cy="1298448"/>
          </a:xfrm>
        </p:spPr>
        <p:txBody>
          <a:bodyPr anchor="b">
            <a:normAutofit fontScale="90000"/>
          </a:bodyPr>
          <a:lstStyle/>
          <a:p>
            <a:r>
              <a:rPr lang="en-US" sz="4800">
                <a:latin typeface="Aptos"/>
                <a:cs typeface="Times New Roman"/>
              </a:rPr>
              <a:t>Results: Premigration Traumatic Events</a:t>
            </a:r>
            <a:endParaRPr lang="en-US" sz="4800">
              <a:latin typeface="Aptos"/>
            </a:endParaRPr>
          </a:p>
          <a:p>
            <a:endParaRPr lang="en-US" sz="4800"/>
          </a:p>
        </p:txBody>
      </p:sp>
      <p:sp>
        <p:nvSpPr>
          <p:cNvPr id="13" name="Rectangle 1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7EC58DA-6272-E14B-BF39-03AB82BA30CD}"/>
              </a:ext>
            </a:extLst>
          </p:cNvPr>
          <p:cNvSpPr>
            <a:spLocks noGrp="1"/>
          </p:cNvSpPr>
          <p:nvPr>
            <p:ph idx="1"/>
          </p:nvPr>
        </p:nvSpPr>
        <p:spPr>
          <a:xfrm>
            <a:off x="793661" y="2599509"/>
            <a:ext cx="4530898" cy="3639450"/>
          </a:xfrm>
        </p:spPr>
        <p:txBody>
          <a:bodyPr vert="horz" lIns="91440" tIns="45720" rIns="91440" bIns="45720" rtlCol="0" anchor="ctr">
            <a:normAutofit/>
          </a:bodyPr>
          <a:lstStyle/>
          <a:p>
            <a:r>
              <a:rPr lang="en-US" sz="2000">
                <a:ea typeface="+mn-lt"/>
                <a:cs typeface="+mn-lt"/>
              </a:rPr>
              <a:t>The number of pre-immigration traumatic events was assessed using the first part of the Harvard Trauma Questionnaire (HTQ-5).</a:t>
            </a:r>
            <a:endParaRPr lang="en-US" sz="2000">
              <a:latin typeface="Aptos"/>
              <a:cs typeface="Times New Roman"/>
            </a:endParaRPr>
          </a:p>
          <a:p>
            <a:r>
              <a:rPr lang="en-US" sz="2000">
                <a:ea typeface="+mn-lt"/>
                <a:cs typeface="+mn-lt"/>
              </a:rPr>
              <a:t>In total, 66 participants responded to the questions of Part I of HTQ-5, with 59 (89%) endorsing at least one traumatic event. On average, they endorsed 3.1 (SD = 2.7) traumatic events. The most prevalent traumatic events are summarized in Table 1.</a:t>
            </a:r>
            <a:endParaRPr lang="en-US"/>
          </a:p>
        </p:txBody>
      </p:sp>
      <p:sp>
        <p:nvSpPr>
          <p:cNvPr id="17" name="Rectangle 1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93D41853-37DC-63FA-2F72-9C1C03CFE37E}"/>
              </a:ext>
            </a:extLst>
          </p:cNvPr>
          <p:cNvSpPr>
            <a:spLocks noGrp="1"/>
          </p:cNvSpPr>
          <p:nvPr>
            <p:ph type="sldNum" sz="quarter" idx="12"/>
          </p:nvPr>
        </p:nvSpPr>
        <p:spPr>
          <a:xfrm>
            <a:off x="8610600" y="6492240"/>
            <a:ext cx="2743200" cy="365125"/>
          </a:xfrm>
        </p:spPr>
        <p:txBody>
          <a:bodyPr>
            <a:normAutofit/>
          </a:bodyPr>
          <a:lstStyle/>
          <a:p>
            <a:pPr>
              <a:spcAft>
                <a:spcPts val="600"/>
              </a:spcAft>
            </a:pPr>
            <a:fld id="{330EA680-D336-4FF7-8B7A-9848BB0A1C32}" type="slidenum">
              <a:rPr lang="en-US" smtClean="0"/>
              <a:pPr>
                <a:spcAft>
                  <a:spcPts val="600"/>
                </a:spcAft>
              </a:pPr>
              <a:t>4</a:t>
            </a:fld>
            <a:endParaRPr lang="en-US"/>
          </a:p>
        </p:txBody>
      </p:sp>
      <p:graphicFrame>
        <p:nvGraphicFramePr>
          <p:cNvPr id="6" name="Table 5">
            <a:extLst>
              <a:ext uri="{FF2B5EF4-FFF2-40B4-BE49-F238E27FC236}">
                <a16:creationId xmlns:a16="http://schemas.microsoft.com/office/drawing/2014/main" id="{DD325173-642A-75B0-0454-6DD6D434D56B}"/>
              </a:ext>
            </a:extLst>
          </p:cNvPr>
          <p:cNvGraphicFramePr>
            <a:graphicFrameLocks noGrp="1"/>
          </p:cNvGraphicFramePr>
          <p:nvPr>
            <p:extLst>
              <p:ext uri="{D42A27DB-BD31-4B8C-83A1-F6EECF244321}">
                <p14:modId xmlns:p14="http://schemas.microsoft.com/office/powerpoint/2010/main" val="3152219615"/>
              </p:ext>
            </p:extLst>
          </p:nvPr>
        </p:nvGraphicFramePr>
        <p:xfrm>
          <a:off x="5911532" y="2688374"/>
          <a:ext cx="5150278" cy="3306009"/>
        </p:xfrm>
        <a:graphic>
          <a:graphicData uri="http://schemas.openxmlformats.org/drawingml/2006/table">
            <a:tbl>
              <a:tblPr firstRow="1" firstCol="1" bandRow="1">
                <a:noFill/>
                <a:tableStyleId>{5C22544A-7EE6-4342-B048-85BDC9FD1C3A}</a:tableStyleId>
              </a:tblPr>
              <a:tblGrid>
                <a:gridCol w="3731183">
                  <a:extLst>
                    <a:ext uri="{9D8B030D-6E8A-4147-A177-3AD203B41FA5}">
                      <a16:colId xmlns:a16="http://schemas.microsoft.com/office/drawing/2014/main" val="1962478961"/>
                    </a:ext>
                  </a:extLst>
                </a:gridCol>
                <a:gridCol w="814541">
                  <a:extLst>
                    <a:ext uri="{9D8B030D-6E8A-4147-A177-3AD203B41FA5}">
                      <a16:colId xmlns:a16="http://schemas.microsoft.com/office/drawing/2014/main" val="3073265203"/>
                    </a:ext>
                  </a:extLst>
                </a:gridCol>
                <a:gridCol w="604554">
                  <a:extLst>
                    <a:ext uri="{9D8B030D-6E8A-4147-A177-3AD203B41FA5}">
                      <a16:colId xmlns:a16="http://schemas.microsoft.com/office/drawing/2014/main" val="3600533024"/>
                    </a:ext>
                  </a:extLst>
                </a:gridCol>
              </a:tblGrid>
              <a:tr h="598101">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400" b="1" cap="none" spc="0">
                          <a:solidFill>
                            <a:schemeClr val="bg1"/>
                          </a:solidFill>
                          <a:effectLst/>
                          <a:latin typeface="Times New Roman" panose="02020603050405020304" pitchFamily="18" charset="0"/>
                          <a:ea typeface="Times New Roman" panose="02020603050405020304" pitchFamily="18" charset="0"/>
                          <a:cs typeface="Calibri" panose="020F0502020204030204" pitchFamily="34" charset="0"/>
                        </a:rPr>
                        <a:t>Trauma events</a:t>
                      </a:r>
                      <a:endParaRPr lang="en-US" sz="1400" b="1" cap="none" spc="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93443" marB="93443" anchor="ctr">
                    <a:lnL w="12700" cmpd="sng">
                      <a:noFill/>
                    </a:lnL>
                    <a:lnR w="12700" cmpd="sng">
                      <a:noFill/>
                    </a:lnR>
                    <a:lnT w="19050" cap="flat" cmpd="sng" algn="ctr">
                      <a:noFill/>
                      <a:prstDash val="solid"/>
                    </a:lnT>
                    <a:lnB w="38100" cmpd="sng">
                      <a:noFill/>
                    </a:lnB>
                    <a:solidFill>
                      <a:schemeClr val="tx1"/>
                    </a:solidFill>
                  </a:tcPr>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400" b="1" cap="none" spc="0">
                          <a:solidFill>
                            <a:schemeClr val="bg1"/>
                          </a:solidFill>
                          <a:effectLst/>
                          <a:latin typeface="Times New Roman" panose="02020603050405020304" pitchFamily="18" charset="0"/>
                          <a:ea typeface="Times New Roman" panose="02020603050405020304" pitchFamily="18" charset="0"/>
                          <a:cs typeface="Calibri" panose="020F0502020204030204" pitchFamily="34" charset="0"/>
                        </a:rPr>
                        <a:t>%</a:t>
                      </a:r>
                      <a:endParaRPr lang="en-US" sz="1400" b="1" cap="none" spc="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93443" marB="93443" anchor="ctr">
                    <a:lnL w="12700" cmpd="sng">
                      <a:noFill/>
                    </a:lnL>
                    <a:lnR w="12700" cmpd="sng">
                      <a:noFill/>
                    </a:lnR>
                    <a:lnT w="19050" cap="flat" cmpd="sng" algn="ctr">
                      <a:noFill/>
                      <a:prstDash val="solid"/>
                    </a:lnT>
                    <a:lnB w="38100" cmpd="sng">
                      <a:noFill/>
                    </a:lnB>
                    <a:solidFill>
                      <a:schemeClr val="tx1"/>
                    </a:solidFill>
                  </a:tcPr>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400" b="1" cap="none" spc="0">
                          <a:solidFill>
                            <a:schemeClr val="bg1"/>
                          </a:solidFill>
                          <a:effectLst/>
                          <a:latin typeface="Times New Roman" panose="02020603050405020304" pitchFamily="18" charset="0"/>
                          <a:ea typeface="Times New Roman" panose="02020603050405020304" pitchFamily="18" charset="0"/>
                          <a:cs typeface="Calibri" panose="020F0502020204030204" pitchFamily="34" charset="0"/>
                        </a:rPr>
                        <a:t>n</a:t>
                      </a:r>
                      <a:endParaRPr lang="en-US" sz="1400" b="1" cap="none" spc="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93443" marB="93443"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2438963637"/>
                  </a:ext>
                </a:extLst>
              </a:tr>
              <a:tr h="451318">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b="1"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Separation from family members  </a:t>
                      </a:r>
                      <a:endParaRPr lang="en-US" sz="1200" b="1"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59%</a:t>
                      </a:r>
                      <a:endParaRPr lang="en-US" sz="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39</a:t>
                      </a:r>
                      <a:endParaRPr lang="en-US" sz="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38100" cmpd="sng">
                      <a:noFill/>
                    </a:lnT>
                    <a:lnB w="12700" cap="flat" cmpd="sng" algn="ctr">
                      <a:solidFill>
                        <a:schemeClr val="tx1"/>
                      </a:solidFill>
                      <a:prstDash val="solid"/>
                    </a:lnB>
                    <a:noFill/>
                  </a:tcPr>
                </a:tc>
                <a:extLst>
                  <a:ext uri="{0D108BD9-81ED-4DB2-BD59-A6C34878D82A}">
                    <a16:rowId xmlns:a16="http://schemas.microsoft.com/office/drawing/2014/main" val="213743036"/>
                  </a:ext>
                </a:extLst>
              </a:tr>
              <a:tr h="451318">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b="1"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Brainwashing </a:t>
                      </a:r>
                      <a:endParaRPr lang="en-US" sz="1200" b="1"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42%</a:t>
                      </a:r>
                      <a:endParaRPr lang="en-US" sz="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28</a:t>
                      </a:r>
                      <a:endParaRPr lang="en-US" sz="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101176695"/>
                  </a:ext>
                </a:extLst>
              </a:tr>
              <a:tr h="451318">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b="1"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Lack of shelter </a:t>
                      </a:r>
                      <a:endParaRPr lang="en-US" sz="1200" b="1"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41%</a:t>
                      </a:r>
                      <a:endParaRPr lang="en-US" sz="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27</a:t>
                      </a:r>
                      <a:endParaRPr lang="en-US" sz="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1441125567"/>
                  </a:ext>
                </a:extLst>
              </a:tr>
              <a:tr h="451318">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b="1"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Betrayal of family member, or friend  </a:t>
                      </a:r>
                      <a:endParaRPr lang="en-US" sz="1200" b="1"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36%</a:t>
                      </a:r>
                      <a:endParaRPr lang="en-US" sz="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24</a:t>
                      </a:r>
                      <a:endParaRPr lang="en-US" sz="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815645964"/>
                  </a:ext>
                </a:extLst>
              </a:tr>
              <a:tr h="451318">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b="1"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Ill health without access to medical care</a:t>
                      </a:r>
                      <a:endParaRPr lang="en-US" sz="1200" b="1"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21%</a:t>
                      </a:r>
                      <a:endParaRPr lang="en-US" sz="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14</a:t>
                      </a:r>
                      <a:endParaRPr lang="en-US" sz="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1751621716"/>
                  </a:ext>
                </a:extLst>
              </a:tr>
              <a:tr h="451318">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b="1"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Event endorsement was not mutually exclusive</a:t>
                      </a:r>
                      <a:endParaRPr lang="en-US" sz="1200" b="1"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b="1"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 </a:t>
                      </a:r>
                      <a:endParaRPr lang="en-US" sz="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200" b="1"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 </a:t>
                      </a:r>
                      <a:endParaRPr lang="en-US" sz="12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5410" marR="46722" marT="0" marB="93443">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847969968"/>
                  </a:ext>
                </a:extLst>
              </a:tr>
            </a:tbl>
          </a:graphicData>
        </a:graphic>
      </p:graphicFrame>
    </p:spTree>
    <p:extLst>
      <p:ext uri="{BB962C8B-B14F-4D97-AF65-F5344CB8AC3E}">
        <p14:creationId xmlns:p14="http://schemas.microsoft.com/office/powerpoint/2010/main" val="1295557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6F8092-9513-FAFB-BDFC-D6A7DF294773}"/>
              </a:ext>
            </a:extLst>
          </p:cNvPr>
          <p:cNvSpPr>
            <a:spLocks noGrp="1"/>
          </p:cNvSpPr>
          <p:nvPr>
            <p:ph type="title"/>
          </p:nvPr>
        </p:nvSpPr>
        <p:spPr>
          <a:xfrm>
            <a:off x="714337" y="964709"/>
            <a:ext cx="4282983" cy="1200361"/>
          </a:xfrm>
        </p:spPr>
        <p:txBody>
          <a:bodyPr vert="horz" lIns="91440" tIns="45720" rIns="91440" bIns="45720" rtlCol="0" anchor="b">
            <a:noAutofit/>
          </a:bodyPr>
          <a:lstStyle/>
          <a:p>
            <a:r>
              <a:rPr lang="en-US" sz="2800">
                <a:latin typeface="Aptos"/>
                <a:cs typeface="Times New Roman"/>
              </a:rPr>
              <a:t>Results: Symptoms of Post Traumatic Stress Disorder (PTSD)</a:t>
            </a:r>
            <a:endParaRPr lang="en-US" sz="2800">
              <a:latin typeface="Aptos"/>
            </a:endParaRPr>
          </a:p>
          <a:p>
            <a:endParaRPr lang="en-US" sz="2500"/>
          </a:p>
        </p:txBody>
      </p:sp>
      <p:sp>
        <p:nvSpPr>
          <p:cNvPr id="21" name="Rectangle 2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8876AFB-5841-EA9F-3B1E-E6D0339462CE}"/>
              </a:ext>
            </a:extLst>
          </p:cNvPr>
          <p:cNvSpPr>
            <a:spLocks noGrp="1"/>
          </p:cNvSpPr>
          <p:nvPr>
            <p:ph idx="1"/>
          </p:nvPr>
        </p:nvSpPr>
        <p:spPr>
          <a:xfrm>
            <a:off x="621976" y="2031101"/>
            <a:ext cx="4306074" cy="4089215"/>
          </a:xfrm>
        </p:spPr>
        <p:txBody>
          <a:bodyPr vert="horz" lIns="91440" tIns="45720" rIns="91440" bIns="45720" rtlCol="0" anchor="ctr">
            <a:normAutofit/>
          </a:bodyPr>
          <a:lstStyle/>
          <a:p>
            <a:r>
              <a:rPr lang="en-US" sz="1800">
                <a:ea typeface="+mn-lt"/>
                <a:cs typeface="+mn-lt"/>
              </a:rPr>
              <a:t>Symptoms of PTSD were assessed by Part II of HTQ-5.</a:t>
            </a:r>
            <a:endParaRPr lang="en-US" sz="1800"/>
          </a:p>
          <a:p>
            <a:r>
              <a:rPr lang="en-US" sz="1800">
                <a:ea typeface="+mn-lt"/>
                <a:cs typeface="+mn-lt"/>
              </a:rPr>
              <a:t>Out of the 65 participants who responded to this part of the questionnaire, all 65 (100%) had at least the lowest level of one trauma symptom on the ordinal scale.</a:t>
            </a:r>
            <a:endParaRPr lang="en-US"/>
          </a:p>
          <a:p>
            <a:r>
              <a:rPr lang="en-US" sz="1800">
                <a:ea typeface="+mn-lt"/>
                <a:cs typeface="+mn-lt"/>
              </a:rPr>
              <a:t>Table summarizes the most prevalent traumatic symptoms experienced at any level (at least at a minimum).</a:t>
            </a:r>
            <a:endParaRPr lang="en-US"/>
          </a:p>
          <a:p>
            <a:r>
              <a:rPr lang="en-US" sz="1800">
                <a:ea typeface="+mn-lt"/>
                <a:cs typeface="+mn-lt"/>
              </a:rPr>
              <a:t>Eleven participants (17%) qualified for the diagnosis of PTSD, with a confidence interval of 8% to 25%</a:t>
            </a:r>
            <a:endParaRPr lang="en-US"/>
          </a:p>
          <a:p>
            <a:endParaRPr lang="en-US" sz="1800">
              <a:cs typeface="Times New Roman"/>
            </a:endParaRPr>
          </a:p>
        </p:txBody>
      </p:sp>
      <p:sp>
        <p:nvSpPr>
          <p:cNvPr id="22" name="Rectangle 21">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237768C-27A5-D5E3-145B-99E21C542984}"/>
              </a:ext>
            </a:extLst>
          </p:cNvPr>
          <p:cNvSpPr>
            <a:spLocks noGrp="1"/>
          </p:cNvSpPr>
          <p:nvPr>
            <p:ph type="sldNum" sz="quarter" idx="12"/>
          </p:nvPr>
        </p:nvSpPr>
        <p:spPr>
          <a:xfrm>
            <a:off x="8610600" y="6492240"/>
            <a:ext cx="2743200" cy="365125"/>
          </a:xfrm>
        </p:spPr>
        <p:txBody>
          <a:bodyPr>
            <a:normAutofit/>
          </a:bodyPr>
          <a:lstStyle/>
          <a:p>
            <a:pPr>
              <a:spcAft>
                <a:spcPts val="600"/>
              </a:spcAft>
            </a:pPr>
            <a:fld id="{330EA680-D336-4FF7-8B7A-9848BB0A1C32}" type="slidenum">
              <a:rPr lang="en-US" smtClean="0"/>
              <a:pPr>
                <a:spcAft>
                  <a:spcPts val="600"/>
                </a:spcAft>
              </a:pPr>
              <a:t>5</a:t>
            </a:fld>
            <a:endParaRPr lang="en-US"/>
          </a:p>
        </p:txBody>
      </p:sp>
      <p:graphicFrame>
        <p:nvGraphicFramePr>
          <p:cNvPr id="6" name="Table 5">
            <a:extLst>
              <a:ext uri="{FF2B5EF4-FFF2-40B4-BE49-F238E27FC236}">
                <a16:creationId xmlns:a16="http://schemas.microsoft.com/office/drawing/2014/main" id="{CA14F110-A644-83DC-50D6-77942661AFAA}"/>
              </a:ext>
            </a:extLst>
          </p:cNvPr>
          <p:cNvGraphicFramePr>
            <a:graphicFrameLocks noGrp="1"/>
          </p:cNvGraphicFramePr>
          <p:nvPr>
            <p:extLst>
              <p:ext uri="{D42A27DB-BD31-4B8C-83A1-F6EECF244321}">
                <p14:modId xmlns:p14="http://schemas.microsoft.com/office/powerpoint/2010/main" val="1219490308"/>
              </p:ext>
            </p:extLst>
          </p:nvPr>
        </p:nvGraphicFramePr>
        <p:xfrm>
          <a:off x="5987738" y="836956"/>
          <a:ext cx="5628020" cy="4699590"/>
        </p:xfrm>
        <a:graphic>
          <a:graphicData uri="http://schemas.openxmlformats.org/drawingml/2006/table">
            <a:tbl>
              <a:tblPr firstRow="1" firstCol="1" bandRow="1">
                <a:tableStyleId>{8799B23B-EC83-4686-B30A-512413B5E67A}</a:tableStyleId>
              </a:tblPr>
              <a:tblGrid>
                <a:gridCol w="4145036">
                  <a:extLst>
                    <a:ext uri="{9D8B030D-6E8A-4147-A177-3AD203B41FA5}">
                      <a16:colId xmlns:a16="http://schemas.microsoft.com/office/drawing/2014/main" val="236995200"/>
                    </a:ext>
                  </a:extLst>
                </a:gridCol>
                <a:gridCol w="846502">
                  <a:extLst>
                    <a:ext uri="{9D8B030D-6E8A-4147-A177-3AD203B41FA5}">
                      <a16:colId xmlns:a16="http://schemas.microsoft.com/office/drawing/2014/main" val="3174991115"/>
                    </a:ext>
                  </a:extLst>
                </a:gridCol>
                <a:gridCol w="636482">
                  <a:extLst>
                    <a:ext uri="{9D8B030D-6E8A-4147-A177-3AD203B41FA5}">
                      <a16:colId xmlns:a16="http://schemas.microsoft.com/office/drawing/2014/main" val="3738782333"/>
                    </a:ext>
                  </a:extLst>
                </a:gridCol>
              </a:tblGrid>
              <a:tr h="521654">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b="1">
                          <a:effectLst/>
                        </a:rPr>
                        <a:t>Trauma symptoms</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b="1">
                          <a:effectLst/>
                        </a:rPr>
                        <a:t>%</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b="1">
                          <a:effectLst/>
                        </a:rPr>
                        <a:t>n</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extLst>
                  <a:ext uri="{0D108BD9-81ED-4DB2-BD59-A6C34878D82A}">
                    <a16:rowId xmlns:a16="http://schemas.microsoft.com/office/drawing/2014/main" val="848661362"/>
                  </a:ext>
                </a:extLst>
              </a:tr>
              <a:tr h="1059115">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a:effectLst/>
                        </a:rPr>
                        <a:t>Feeling detached or withdrawn from people</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a:effectLst/>
                        </a:rPr>
                        <a:t>74%</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a:effectLst/>
                        </a:rPr>
                        <a:t>48</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extLst>
                  <a:ext uri="{0D108BD9-81ED-4DB2-BD59-A6C34878D82A}">
                    <a16:rowId xmlns:a16="http://schemas.microsoft.com/office/drawing/2014/main" val="1166542637"/>
                  </a:ext>
                </a:extLst>
              </a:tr>
              <a:tr h="521654">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a:effectLst/>
                        </a:rPr>
                        <a:t>Difficulty concentrating</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a:effectLst/>
                        </a:rPr>
                        <a:t>82%</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a:effectLst/>
                        </a:rPr>
                        <a:t>53</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extLst>
                  <a:ext uri="{0D108BD9-81ED-4DB2-BD59-A6C34878D82A}">
                    <a16:rowId xmlns:a16="http://schemas.microsoft.com/office/drawing/2014/main" val="2879888763"/>
                  </a:ext>
                </a:extLst>
              </a:tr>
              <a:tr h="521654">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a:effectLst/>
                        </a:rPr>
                        <a:t>Trouble sleeping</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a:effectLst/>
                        </a:rPr>
                        <a:t>75%</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a:effectLst/>
                        </a:rPr>
                        <a:t>49</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extLst>
                  <a:ext uri="{0D108BD9-81ED-4DB2-BD59-A6C34878D82A}">
                    <a16:rowId xmlns:a16="http://schemas.microsoft.com/office/drawing/2014/main" val="20164793"/>
                  </a:ext>
                </a:extLst>
              </a:tr>
              <a:tr h="521654">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a:effectLst/>
                        </a:rPr>
                        <a:t>Less interest in daily activities</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a:effectLst/>
                        </a:rPr>
                        <a:t>74%</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a:effectLst/>
                        </a:rPr>
                        <a:t>48</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extLst>
                  <a:ext uri="{0D108BD9-81ED-4DB2-BD59-A6C34878D82A}">
                    <a16:rowId xmlns:a16="http://schemas.microsoft.com/office/drawing/2014/main" val="2547898469"/>
                  </a:ext>
                </a:extLst>
              </a:tr>
              <a:tr h="521654">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a:effectLst/>
                        </a:rPr>
                        <a:t>Feeling as if you don’t have a future</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a:effectLst/>
                        </a:rPr>
                        <a:t>77%</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900">
                          <a:effectLst/>
                        </a:rPr>
                        <a:t>50</a:t>
                      </a: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extLst>
                  <a:ext uri="{0D108BD9-81ED-4DB2-BD59-A6C34878D82A}">
                    <a16:rowId xmlns:a16="http://schemas.microsoft.com/office/drawing/2014/main" val="844222267"/>
                  </a:ext>
                </a:extLst>
              </a:tr>
              <a:tr h="1011693">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r>
                        <a:rPr lang="en-US" sz="1400" b="0">
                          <a:effectLst/>
                        </a:rPr>
                        <a:t>Event endorsement was not mutually exclusive</a:t>
                      </a:r>
                      <a:endParaRPr lang="en-US" sz="1400" b="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tc>
                  <a:txBody>
                    <a:bodyPr/>
                    <a:lstStyle/>
                    <a:p>
                      <a:pPr marL="0" marR="0">
                        <a:lnSpc>
                          <a:spcPct val="200000"/>
                        </a:lnSpc>
                        <a:spcBef>
                          <a:spcPts val="0"/>
                        </a:spcBef>
                        <a:spcAft>
                          <a:spcPts val="0"/>
                        </a:spcAft>
                        <a:tabLst>
                          <a:tab pos="457200" algn="l"/>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Lst>
                      </a:pPr>
                      <a:endParaRPr lang="en-US" sz="1900">
                        <a:effectLst/>
                        <a:latin typeface="Calibri" panose="020F0502020204030204" pitchFamily="34" charset="0"/>
                        <a:ea typeface="Calibri" panose="020F0502020204030204" pitchFamily="34" charset="0"/>
                        <a:cs typeface="Calibri" panose="020F0502020204030204" pitchFamily="34" charset="0"/>
                      </a:endParaRPr>
                    </a:p>
                  </a:txBody>
                  <a:tcPr marL="106739" marR="106739" marT="0" marB="0"/>
                </a:tc>
                <a:extLst>
                  <a:ext uri="{0D108BD9-81ED-4DB2-BD59-A6C34878D82A}">
                    <a16:rowId xmlns:a16="http://schemas.microsoft.com/office/drawing/2014/main" val="1747242983"/>
                  </a:ext>
                </a:extLst>
              </a:tr>
            </a:tbl>
          </a:graphicData>
        </a:graphic>
      </p:graphicFrame>
    </p:spTree>
    <p:extLst>
      <p:ext uri="{BB962C8B-B14F-4D97-AF65-F5344CB8AC3E}">
        <p14:creationId xmlns:p14="http://schemas.microsoft.com/office/powerpoint/2010/main" val="3758047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18276" y="729523"/>
            <a:ext cx="6858000" cy="5398953"/>
          </a:xfrm>
          <a:prstGeom prst="rect">
            <a:avLst/>
          </a:prstGeom>
          <a:ln>
            <a:noFill/>
          </a:ln>
          <a:effectLst>
            <a:outerShdw blurRad="419100" dist="152400" sx="94000" sy="94000" algn="l"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BA4B92-076D-9762-E989-C1DB227820FE}"/>
              </a:ext>
            </a:extLst>
          </p:cNvPr>
          <p:cNvSpPr>
            <a:spLocks noGrp="1"/>
          </p:cNvSpPr>
          <p:nvPr>
            <p:ph type="title"/>
          </p:nvPr>
        </p:nvSpPr>
        <p:spPr>
          <a:xfrm>
            <a:off x="758952" y="785366"/>
            <a:ext cx="4069055" cy="2072853"/>
          </a:xfrm>
        </p:spPr>
        <p:txBody>
          <a:bodyPr anchor="t">
            <a:normAutofit fontScale="90000"/>
          </a:bodyPr>
          <a:lstStyle/>
          <a:p>
            <a:r>
              <a:rPr lang="en-US" sz="4000">
                <a:latin typeface="Aptos"/>
                <a:cs typeface="Times New Roman"/>
              </a:rPr>
              <a:t>Results: Symptoms of Anxiety and Depression</a:t>
            </a:r>
            <a:endParaRPr lang="en-US" sz="4000">
              <a:latin typeface="Aptos"/>
            </a:endParaRPr>
          </a:p>
          <a:p>
            <a:endParaRPr lang="en-US" sz="4000"/>
          </a:p>
        </p:txBody>
      </p:sp>
      <p:pic>
        <p:nvPicPr>
          <p:cNvPr id="8" name="Graphic 7" descr="Robot">
            <a:extLst>
              <a:ext uri="{FF2B5EF4-FFF2-40B4-BE49-F238E27FC236}">
                <a16:creationId xmlns:a16="http://schemas.microsoft.com/office/drawing/2014/main" id="{9843EC62-1ED2-DDC9-CD60-395676DFB1B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66764" y="3429000"/>
            <a:ext cx="2666998" cy="2666998"/>
          </a:xfrm>
          <a:prstGeom prst="rect">
            <a:avLst/>
          </a:prstGeom>
        </p:spPr>
      </p:pic>
      <p:sp>
        <p:nvSpPr>
          <p:cNvPr id="9" name="Content Placeholder 2">
            <a:extLst>
              <a:ext uri="{FF2B5EF4-FFF2-40B4-BE49-F238E27FC236}">
                <a16:creationId xmlns:a16="http://schemas.microsoft.com/office/drawing/2014/main" id="{4EAC78A9-E356-5820-D39C-9DD9CE2757D6}"/>
              </a:ext>
            </a:extLst>
          </p:cNvPr>
          <p:cNvSpPr>
            <a:spLocks noGrp="1"/>
          </p:cNvSpPr>
          <p:nvPr>
            <p:ph idx="1"/>
          </p:nvPr>
        </p:nvSpPr>
        <p:spPr>
          <a:xfrm>
            <a:off x="6096000" y="785366"/>
            <a:ext cx="5257797" cy="5310632"/>
          </a:xfrm>
        </p:spPr>
        <p:txBody>
          <a:bodyPr vert="horz" lIns="91440" tIns="45720" rIns="91440" bIns="45720" rtlCol="0" anchor="ctr">
            <a:normAutofit/>
          </a:bodyPr>
          <a:lstStyle/>
          <a:p>
            <a:r>
              <a:rPr lang="en-US" sz="1800">
                <a:ea typeface="+mn-lt"/>
                <a:cs typeface="+mn-lt"/>
              </a:rPr>
              <a:t>Sixty-four participants completed Part I of the Hopkins Symptom Checklist-25 (HSCL-25) to assess anxiety symptoms. Among them, 60 (94%) exhibited at least the lowest level of one symptom of anxiety. In accordance with HSCL-25 guidelines, we determined that 44% of participants could be considered symptomatic for anxiety, with a confidence interval (CI) of 32% to 56%.</a:t>
            </a:r>
            <a:endParaRPr lang="en-US" sz="1800"/>
          </a:p>
          <a:p>
            <a:r>
              <a:rPr lang="en-US" sz="1800">
                <a:ea typeface="+mn-lt"/>
                <a:cs typeface="+mn-lt"/>
              </a:rPr>
              <a:t>Sixty-three participants filled out Part II of the HSCL-25 to evaluate depression symptoms. All 63 participants (100%) reported experiencing at least the lowest level of one symptom of depression. Following HSCL-25 guidelines, we found that 67% of participants could be considered symptomatic for depression, with a confidence interval (CI) of 55% to 78%.</a:t>
            </a:r>
            <a:endParaRPr lang="en-US"/>
          </a:p>
          <a:p>
            <a:endParaRPr lang="en-US" sz="1800"/>
          </a:p>
        </p:txBody>
      </p:sp>
      <p:sp>
        <p:nvSpPr>
          <p:cNvPr id="4" name="Slide Number Placeholder 3">
            <a:extLst>
              <a:ext uri="{FF2B5EF4-FFF2-40B4-BE49-F238E27FC236}">
                <a16:creationId xmlns:a16="http://schemas.microsoft.com/office/drawing/2014/main" id="{F585D254-CAC5-782B-856E-55286C12F684}"/>
              </a:ext>
            </a:extLst>
          </p:cNvPr>
          <p:cNvSpPr>
            <a:spLocks noGrp="1"/>
          </p:cNvSpPr>
          <p:nvPr>
            <p:ph type="sldNum" sz="quarter" idx="12"/>
          </p:nvPr>
        </p:nvSpPr>
        <p:spPr>
          <a:xfrm>
            <a:off x="8732520" y="6356350"/>
            <a:ext cx="3199389" cy="365125"/>
          </a:xfrm>
        </p:spPr>
        <p:txBody>
          <a:bodyPr>
            <a:normAutofit/>
          </a:bodyPr>
          <a:lstStyle/>
          <a:p>
            <a:pPr>
              <a:spcAft>
                <a:spcPts val="600"/>
              </a:spcAft>
            </a:pPr>
            <a:fld id="{330EA680-D336-4FF7-8B7A-9848BB0A1C32}" type="slidenum">
              <a:rPr lang="en-US">
                <a:solidFill>
                  <a:schemeClr val="tx1"/>
                </a:solidFill>
              </a:rPr>
              <a:pPr>
                <a:spcAft>
                  <a:spcPts val="600"/>
                </a:spcAft>
              </a:pPr>
              <a:t>6</a:t>
            </a:fld>
            <a:endParaRPr lang="en-US">
              <a:solidFill>
                <a:schemeClr val="tx1"/>
              </a:solidFill>
            </a:endParaRPr>
          </a:p>
        </p:txBody>
      </p:sp>
    </p:spTree>
    <p:extLst>
      <p:ext uri="{BB962C8B-B14F-4D97-AF65-F5344CB8AC3E}">
        <p14:creationId xmlns:p14="http://schemas.microsoft.com/office/powerpoint/2010/main" val="1965626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0F6C2-92CB-2100-CBB2-DDFED13B249F}"/>
              </a:ext>
            </a:extLst>
          </p:cNvPr>
          <p:cNvSpPr>
            <a:spLocks noGrp="1"/>
          </p:cNvSpPr>
          <p:nvPr>
            <p:ph type="title"/>
          </p:nvPr>
        </p:nvSpPr>
        <p:spPr>
          <a:xfrm>
            <a:off x="762000" y="1138036"/>
            <a:ext cx="4085665" cy="1402470"/>
          </a:xfrm>
        </p:spPr>
        <p:txBody>
          <a:bodyPr anchor="t">
            <a:normAutofit/>
          </a:bodyPr>
          <a:lstStyle/>
          <a:p>
            <a:r>
              <a:rPr lang="en-US" sz="3200">
                <a:latin typeface="Aptos"/>
                <a:cs typeface="Times New Roman"/>
              </a:rPr>
              <a:t>Results</a:t>
            </a:r>
            <a:endParaRPr lang="en-US" sz="3200">
              <a:latin typeface="Aptos"/>
            </a:endParaRPr>
          </a:p>
          <a:p>
            <a:endParaRPr lang="en-US" sz="3200"/>
          </a:p>
        </p:txBody>
      </p:sp>
      <p:cxnSp>
        <p:nvCxnSpPr>
          <p:cNvPr id="10" name="Straight Connector 9">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A9B8CF3-1ACD-9CF3-4B18-EEFC49C1EBC1}"/>
              </a:ext>
            </a:extLst>
          </p:cNvPr>
          <p:cNvSpPr>
            <a:spLocks noGrp="1"/>
          </p:cNvSpPr>
          <p:nvPr>
            <p:ph idx="1"/>
          </p:nvPr>
        </p:nvSpPr>
        <p:spPr>
          <a:xfrm>
            <a:off x="762000" y="2551176"/>
            <a:ext cx="4085665" cy="3591207"/>
          </a:xfrm>
        </p:spPr>
        <p:txBody>
          <a:bodyPr vert="horz" lIns="91440" tIns="45720" rIns="91440" bIns="45720" rtlCol="0" anchor="t">
            <a:normAutofit/>
          </a:bodyPr>
          <a:lstStyle/>
          <a:p>
            <a:r>
              <a:rPr lang="en-US" sz="2000">
                <a:latin typeface="Aptos"/>
                <a:cs typeface="Times New Roman"/>
              </a:rPr>
              <a:t>Six potential cause-effect relationships: </a:t>
            </a:r>
          </a:p>
          <a:p>
            <a:pPr lvl="1">
              <a:buFont typeface="Courier New" panose="020B0604020202020204" pitchFamily="34" charset="0"/>
              <a:buChar char="o"/>
            </a:pPr>
            <a:r>
              <a:rPr lang="en-US" sz="2000">
                <a:latin typeface="Aptos"/>
                <a:cs typeface="Times New Roman"/>
              </a:rPr>
              <a:t>Traumatic experience-anxiety; </a:t>
            </a:r>
          </a:p>
          <a:p>
            <a:pPr lvl="1">
              <a:buFont typeface="Courier New" panose="020B0604020202020204" pitchFamily="34" charset="0"/>
              <a:buChar char="o"/>
            </a:pPr>
            <a:r>
              <a:rPr lang="en-US" sz="2000">
                <a:ea typeface="+mn-lt"/>
                <a:cs typeface="+mn-lt"/>
              </a:rPr>
              <a:t>Traumatic experience</a:t>
            </a:r>
            <a:r>
              <a:rPr lang="en-US" sz="2000">
                <a:latin typeface="Aptos" panose="020B0004020202020204"/>
                <a:cs typeface="Times New Roman"/>
              </a:rPr>
              <a:t>-depression; </a:t>
            </a:r>
          </a:p>
          <a:p>
            <a:pPr lvl="1">
              <a:buFont typeface="Courier New" panose="020B0604020202020204" pitchFamily="34" charset="0"/>
              <a:buChar char="o"/>
            </a:pPr>
            <a:r>
              <a:rPr lang="en-US" sz="2000">
                <a:ea typeface="+mn-lt"/>
                <a:cs typeface="+mn-lt"/>
              </a:rPr>
              <a:t>Traumatic experience</a:t>
            </a:r>
            <a:r>
              <a:rPr lang="en-US" sz="2000">
                <a:latin typeface="Aptos"/>
                <a:cs typeface="Times New Roman"/>
              </a:rPr>
              <a:t>-PTSD; </a:t>
            </a:r>
          </a:p>
          <a:p>
            <a:pPr lvl="1">
              <a:buFont typeface="Courier New" panose="020B0604020202020204" pitchFamily="34" charset="0"/>
              <a:buChar char="o"/>
            </a:pPr>
            <a:r>
              <a:rPr lang="en-US" sz="2000">
                <a:latin typeface="Aptos"/>
                <a:cs typeface="Times New Roman"/>
              </a:rPr>
              <a:t>Daily stressors-anxiety; </a:t>
            </a:r>
          </a:p>
          <a:p>
            <a:pPr lvl="1">
              <a:buFont typeface="Courier New" panose="020B0604020202020204" pitchFamily="34" charset="0"/>
              <a:buChar char="o"/>
            </a:pPr>
            <a:r>
              <a:rPr lang="en-US" sz="2000">
                <a:latin typeface="Aptos"/>
                <a:cs typeface="Times New Roman"/>
              </a:rPr>
              <a:t>Daily stressors-depression; </a:t>
            </a:r>
          </a:p>
          <a:p>
            <a:pPr lvl="1">
              <a:buFont typeface="Courier New" panose="020B0604020202020204" pitchFamily="34" charset="0"/>
              <a:buChar char="o"/>
            </a:pPr>
            <a:r>
              <a:rPr lang="en-US" sz="2000">
                <a:latin typeface="Aptos"/>
                <a:cs typeface="Times New Roman"/>
              </a:rPr>
              <a:t>Daily stressors-PTSD.</a:t>
            </a:r>
            <a:endParaRPr lang="en-US" sz="2000">
              <a:latin typeface="Aptos"/>
            </a:endParaRPr>
          </a:p>
        </p:txBody>
      </p:sp>
      <p:pic>
        <p:nvPicPr>
          <p:cNvPr id="6" name="Picture 5" descr="A close up image of chess pawns">
            <a:extLst>
              <a:ext uri="{FF2B5EF4-FFF2-40B4-BE49-F238E27FC236}">
                <a16:creationId xmlns:a16="http://schemas.microsoft.com/office/drawing/2014/main" id="{51DF093A-9430-FE10-4298-64351DED2217}"/>
              </a:ext>
            </a:extLst>
          </p:cNvPr>
          <p:cNvPicPr>
            <a:picLocks noChangeAspect="1"/>
          </p:cNvPicPr>
          <p:nvPr/>
        </p:nvPicPr>
        <p:blipFill rotWithShape="1">
          <a:blip r:embed="rId2"/>
          <a:srcRect l="28868" r="8446" b="-2"/>
          <a:stretch/>
        </p:blipFill>
        <p:spPr>
          <a:xfrm>
            <a:off x="5650992" y="10"/>
            <a:ext cx="6541008" cy="6857990"/>
          </a:xfrm>
          <a:prstGeom prst="rect">
            <a:avLst/>
          </a:prstGeom>
        </p:spPr>
      </p:pic>
      <p:sp>
        <p:nvSpPr>
          <p:cNvPr id="4" name="Slide Number Placeholder 3">
            <a:extLst>
              <a:ext uri="{FF2B5EF4-FFF2-40B4-BE49-F238E27FC236}">
                <a16:creationId xmlns:a16="http://schemas.microsoft.com/office/drawing/2014/main" id="{1EF4B494-4EAA-82DD-4A89-862896E50124}"/>
              </a:ext>
            </a:extLst>
          </p:cNvPr>
          <p:cNvSpPr>
            <a:spLocks noGrp="1"/>
          </p:cNvSpPr>
          <p:nvPr>
            <p:ph type="sldNum" sz="quarter" idx="12"/>
          </p:nvPr>
        </p:nvSpPr>
        <p:spPr>
          <a:xfrm>
            <a:off x="8610600" y="6356350"/>
            <a:ext cx="2743200" cy="365125"/>
          </a:xfrm>
        </p:spPr>
        <p:txBody>
          <a:bodyPr>
            <a:normAutofit/>
          </a:bodyPr>
          <a:lstStyle/>
          <a:p>
            <a:pPr>
              <a:spcAft>
                <a:spcPts val="600"/>
              </a:spcAft>
            </a:pPr>
            <a:fld id="{330EA680-D336-4FF7-8B7A-9848BB0A1C32}" type="slidenum">
              <a:rPr lang="en-US">
                <a:solidFill>
                  <a:srgbClr val="FFFFFF"/>
                </a:solidFill>
              </a:rPr>
              <a:pPr>
                <a:spcAft>
                  <a:spcPts val="600"/>
                </a:spcAft>
              </a:pPr>
              <a:t>7</a:t>
            </a:fld>
            <a:endParaRPr lang="en-US">
              <a:solidFill>
                <a:srgbClr val="FFFFFF"/>
              </a:solidFill>
            </a:endParaRPr>
          </a:p>
        </p:txBody>
      </p:sp>
    </p:spTree>
    <p:extLst>
      <p:ext uri="{BB962C8B-B14F-4D97-AF65-F5344CB8AC3E}">
        <p14:creationId xmlns:p14="http://schemas.microsoft.com/office/powerpoint/2010/main" val="2916568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Slide Background">
            <a:extLst>
              <a:ext uri="{FF2B5EF4-FFF2-40B4-BE49-F238E27FC236}">
                <a16:creationId xmlns:a16="http://schemas.microsoft.com/office/drawing/2014/main" id="{90D0877E-6CD0-4206-8A18-56CEE73EFB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9" name="Rectangle 28">
            <a:extLst>
              <a:ext uri="{FF2B5EF4-FFF2-40B4-BE49-F238E27FC236}">
                <a16:creationId xmlns:a16="http://schemas.microsoft.com/office/drawing/2014/main" id="{E18AC0D4-F32D-4067-9F63-E553F4AFF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2806021"/>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497422-FC39-BF9B-7C26-845A76980DBA}"/>
              </a:ext>
            </a:extLst>
          </p:cNvPr>
          <p:cNvSpPr>
            <a:spLocks noGrp="1"/>
          </p:cNvSpPr>
          <p:nvPr>
            <p:ph type="title"/>
          </p:nvPr>
        </p:nvSpPr>
        <p:spPr>
          <a:xfrm>
            <a:off x="761802" y="342306"/>
            <a:ext cx="4703816" cy="2121408"/>
          </a:xfrm>
        </p:spPr>
        <p:txBody>
          <a:bodyPr anchor="ctr">
            <a:normAutofit/>
          </a:bodyPr>
          <a:lstStyle/>
          <a:p>
            <a:r>
              <a:rPr lang="en-US" sz="4000">
                <a:ea typeface="+mj-lt"/>
                <a:cs typeface="+mj-lt"/>
              </a:rPr>
              <a:t>Daily stressors-Depression</a:t>
            </a:r>
            <a:endParaRPr lang="en-US" sz="4000"/>
          </a:p>
        </p:txBody>
      </p:sp>
      <p:sp>
        <p:nvSpPr>
          <p:cNvPr id="3" name="Content Placeholder 2">
            <a:extLst>
              <a:ext uri="{FF2B5EF4-FFF2-40B4-BE49-F238E27FC236}">
                <a16:creationId xmlns:a16="http://schemas.microsoft.com/office/drawing/2014/main" id="{E5BEC150-4803-7C9E-0F5E-E9C00BDF5050}"/>
              </a:ext>
            </a:extLst>
          </p:cNvPr>
          <p:cNvSpPr>
            <a:spLocks noGrp="1"/>
          </p:cNvSpPr>
          <p:nvPr>
            <p:ph idx="1"/>
          </p:nvPr>
        </p:nvSpPr>
        <p:spPr>
          <a:xfrm>
            <a:off x="6096000" y="342307"/>
            <a:ext cx="5250873" cy="2121407"/>
          </a:xfrm>
        </p:spPr>
        <p:txBody>
          <a:bodyPr vert="horz" lIns="91440" tIns="45720" rIns="91440" bIns="45720" rtlCol="0" anchor="ctr">
            <a:normAutofit/>
          </a:bodyPr>
          <a:lstStyle/>
          <a:p>
            <a:pPr marL="0" indent="0">
              <a:buNone/>
            </a:pPr>
            <a:r>
              <a:rPr lang="en-US" sz="1700">
                <a:latin typeface="Aptos"/>
                <a:cs typeface="Times New Roman"/>
              </a:rPr>
              <a:t>Regression analysis showed that there is a significant correlation between daily stressors assessment and depression (</a:t>
            </a:r>
            <a:r>
              <a:rPr lang="en-US" sz="1700" i="1">
                <a:latin typeface="Aptos"/>
                <a:cs typeface="Times New Roman"/>
              </a:rPr>
              <a:t>R²</a:t>
            </a:r>
            <a:r>
              <a:rPr lang="en-US" sz="1700">
                <a:latin typeface="Aptos"/>
                <a:cs typeface="Times New Roman"/>
              </a:rPr>
              <a:t>=0.77). It means that the daily stressors explain 77% of depression variance. </a:t>
            </a:r>
            <a:endParaRPr lang="en-US"/>
          </a:p>
        </p:txBody>
      </p:sp>
      <p:sp>
        <p:nvSpPr>
          <p:cNvPr id="4" name="Slide Number Placeholder 3">
            <a:extLst>
              <a:ext uri="{FF2B5EF4-FFF2-40B4-BE49-F238E27FC236}">
                <a16:creationId xmlns:a16="http://schemas.microsoft.com/office/drawing/2014/main" id="{916CFD9B-9A17-712E-D0D0-D784F5591D4D}"/>
              </a:ext>
            </a:extLst>
          </p:cNvPr>
          <p:cNvSpPr>
            <a:spLocks noGrp="1"/>
          </p:cNvSpPr>
          <p:nvPr>
            <p:ph type="sldNum" sz="quarter" idx="12"/>
          </p:nvPr>
        </p:nvSpPr>
        <p:spPr>
          <a:xfrm>
            <a:off x="8686800" y="6356350"/>
            <a:ext cx="3199388" cy="365125"/>
          </a:xfrm>
        </p:spPr>
        <p:txBody>
          <a:bodyPr>
            <a:normAutofit/>
          </a:bodyPr>
          <a:lstStyle/>
          <a:p>
            <a:pPr>
              <a:spcAft>
                <a:spcPts val="600"/>
              </a:spcAft>
            </a:pPr>
            <a:fld id="{330EA680-D336-4FF7-8B7A-9848BB0A1C32}" type="slidenum">
              <a:rPr lang="en-US">
                <a:solidFill>
                  <a:schemeClr val="tx1"/>
                </a:solidFill>
              </a:rPr>
              <a:pPr>
                <a:spcAft>
                  <a:spcPts val="600"/>
                </a:spcAft>
              </a:pPr>
              <a:t>8</a:t>
            </a:fld>
            <a:endParaRPr lang="en-US">
              <a:solidFill>
                <a:schemeClr val="tx1"/>
              </a:solidFill>
            </a:endParaRPr>
          </a:p>
        </p:txBody>
      </p:sp>
      <p:graphicFrame>
        <p:nvGraphicFramePr>
          <p:cNvPr id="8" name="Table 7">
            <a:extLst>
              <a:ext uri="{FF2B5EF4-FFF2-40B4-BE49-F238E27FC236}">
                <a16:creationId xmlns:a16="http://schemas.microsoft.com/office/drawing/2014/main" id="{2788D809-B2CC-5A6D-D32F-6A69532424BA}"/>
              </a:ext>
            </a:extLst>
          </p:cNvPr>
          <p:cNvGraphicFramePr>
            <a:graphicFrameLocks noGrp="1"/>
          </p:cNvGraphicFramePr>
          <p:nvPr>
            <p:extLst>
              <p:ext uri="{D42A27DB-BD31-4B8C-83A1-F6EECF244321}">
                <p14:modId xmlns:p14="http://schemas.microsoft.com/office/powerpoint/2010/main" val="3410941401"/>
              </p:ext>
            </p:extLst>
          </p:nvPr>
        </p:nvGraphicFramePr>
        <p:xfrm>
          <a:off x="1066933" y="3190069"/>
          <a:ext cx="10057744" cy="3076959"/>
        </p:xfrm>
        <a:graphic>
          <a:graphicData uri="http://schemas.openxmlformats.org/drawingml/2006/table">
            <a:tbl>
              <a:tblPr firstRow="1" firstCol="1" bandRow="1">
                <a:noFill/>
                <a:tableStyleId>{5C22544A-7EE6-4342-B048-85BDC9FD1C3A}</a:tableStyleId>
              </a:tblPr>
              <a:tblGrid>
                <a:gridCol w="6167059">
                  <a:extLst>
                    <a:ext uri="{9D8B030D-6E8A-4147-A177-3AD203B41FA5}">
                      <a16:colId xmlns:a16="http://schemas.microsoft.com/office/drawing/2014/main" val="3533412443"/>
                    </a:ext>
                  </a:extLst>
                </a:gridCol>
                <a:gridCol w="1167074">
                  <a:extLst>
                    <a:ext uri="{9D8B030D-6E8A-4147-A177-3AD203B41FA5}">
                      <a16:colId xmlns:a16="http://schemas.microsoft.com/office/drawing/2014/main" val="2247163851"/>
                    </a:ext>
                  </a:extLst>
                </a:gridCol>
                <a:gridCol w="541919">
                  <a:extLst>
                    <a:ext uri="{9D8B030D-6E8A-4147-A177-3AD203B41FA5}">
                      <a16:colId xmlns:a16="http://schemas.microsoft.com/office/drawing/2014/main" val="2577100338"/>
                    </a:ext>
                  </a:extLst>
                </a:gridCol>
                <a:gridCol w="611139">
                  <a:extLst>
                    <a:ext uri="{9D8B030D-6E8A-4147-A177-3AD203B41FA5}">
                      <a16:colId xmlns:a16="http://schemas.microsoft.com/office/drawing/2014/main" val="2332204767"/>
                    </a:ext>
                  </a:extLst>
                </a:gridCol>
                <a:gridCol w="604805">
                  <a:extLst>
                    <a:ext uri="{9D8B030D-6E8A-4147-A177-3AD203B41FA5}">
                      <a16:colId xmlns:a16="http://schemas.microsoft.com/office/drawing/2014/main" val="2428458975"/>
                    </a:ext>
                  </a:extLst>
                </a:gridCol>
                <a:gridCol w="965748">
                  <a:extLst>
                    <a:ext uri="{9D8B030D-6E8A-4147-A177-3AD203B41FA5}">
                      <a16:colId xmlns:a16="http://schemas.microsoft.com/office/drawing/2014/main" val="1769415794"/>
                    </a:ext>
                  </a:extLst>
                </a:gridCol>
              </a:tblGrid>
              <a:tr h="379243">
                <a:tc>
                  <a:txBody>
                    <a:bodyPr/>
                    <a:lstStyle/>
                    <a:p>
                      <a:pPr marL="0" marR="0" algn="ctr">
                        <a:lnSpc>
                          <a:spcPct val="200000"/>
                        </a:lnSpc>
                        <a:spcBef>
                          <a:spcPts val="0"/>
                        </a:spcBef>
                        <a:spcAft>
                          <a:spcPts val="0"/>
                        </a:spcAft>
                      </a:pPr>
                      <a:r>
                        <a:rPr lang="en-US" sz="1100" b="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Effect</a:t>
                      </a:r>
                      <a:endParaRPr lang="en-US" sz="11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2289" marB="61443" anchor="b">
                    <a:lnL w="12700" cmpd="sng">
                      <a:noFill/>
                    </a:lnL>
                    <a:lnR w="12700" cmpd="sng">
                      <a:noFill/>
                    </a:lnR>
                    <a:lnT w="9525" cap="flat" cmpd="sng" algn="ctr">
                      <a:noFill/>
                      <a:prstDash val="solid"/>
                    </a:lnT>
                    <a:lnB w="38100" cmpd="sng">
                      <a:noFill/>
                    </a:lnB>
                    <a:noFill/>
                  </a:tcPr>
                </a:tc>
                <a:tc>
                  <a:txBody>
                    <a:bodyPr/>
                    <a:lstStyle/>
                    <a:p>
                      <a:pPr marL="0" marR="0" algn="ctr">
                        <a:lnSpc>
                          <a:spcPct val="200000"/>
                        </a:lnSpc>
                        <a:spcBef>
                          <a:spcPts val="0"/>
                        </a:spcBef>
                        <a:spcAft>
                          <a:spcPts val="0"/>
                        </a:spcAft>
                      </a:pPr>
                      <a:r>
                        <a:rPr lang="en-US" sz="1100" b="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Estimate</a:t>
                      </a:r>
                      <a:endParaRPr lang="en-US" sz="11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2289" marB="61443" anchor="b">
                    <a:lnL w="12700" cmpd="sng">
                      <a:noFill/>
                    </a:lnL>
                    <a:lnR w="12700" cmpd="sng">
                      <a:noFill/>
                    </a:lnR>
                    <a:lnT w="9525" cap="flat" cmpd="sng" algn="ctr">
                      <a:noFill/>
                      <a:prstDash val="solid"/>
                    </a:lnT>
                    <a:lnB w="38100" cmpd="sng">
                      <a:noFill/>
                    </a:lnB>
                    <a:noFill/>
                  </a:tcPr>
                </a:tc>
                <a:tc>
                  <a:txBody>
                    <a:bodyPr/>
                    <a:lstStyle/>
                    <a:p>
                      <a:pPr marL="0" marR="0" algn="ctr">
                        <a:lnSpc>
                          <a:spcPct val="200000"/>
                        </a:lnSpc>
                        <a:spcBef>
                          <a:spcPts val="0"/>
                        </a:spcBef>
                        <a:spcAft>
                          <a:spcPts val="0"/>
                        </a:spcAft>
                      </a:pPr>
                      <a:r>
                        <a:rPr lang="en-US" sz="1100" b="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SE</a:t>
                      </a:r>
                      <a:endParaRPr lang="en-US" sz="11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2289" marB="61443" anchor="b">
                    <a:lnL w="12700" cmpd="sng">
                      <a:noFill/>
                    </a:lnL>
                    <a:lnR w="12700" cmpd="sng">
                      <a:noFill/>
                    </a:lnR>
                    <a:lnT w="9525" cap="flat" cmpd="sng" algn="ctr">
                      <a:noFill/>
                      <a:prstDash val="solid"/>
                    </a:lnT>
                    <a:lnB w="38100" cmpd="sng">
                      <a:noFill/>
                    </a:lnB>
                    <a:noFill/>
                  </a:tcPr>
                </a:tc>
                <a:tc gridSpan="2">
                  <a:txBody>
                    <a:bodyPr/>
                    <a:lstStyle/>
                    <a:p>
                      <a:pPr marL="0" marR="0" algn="ctr">
                        <a:lnSpc>
                          <a:spcPct val="200000"/>
                        </a:lnSpc>
                        <a:spcBef>
                          <a:spcPts val="0"/>
                        </a:spcBef>
                        <a:spcAft>
                          <a:spcPts val="0"/>
                        </a:spcAft>
                      </a:pPr>
                      <a:r>
                        <a:rPr lang="en-US" sz="1100" b="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95% CI</a:t>
                      </a:r>
                      <a:endParaRPr lang="en-US" sz="11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2289" marB="61443" anchor="b">
                    <a:lnL w="12700" cmpd="sng">
                      <a:noFill/>
                    </a:lnL>
                    <a:lnR w="12700" cmpd="sng">
                      <a:noFill/>
                    </a:lnR>
                    <a:lnT w="9525" cap="flat" cmpd="sng" algn="ctr">
                      <a:noFill/>
                      <a:prstDash val="solid"/>
                    </a:lnT>
                    <a:lnB w="38100" cmpd="sng">
                      <a:noFill/>
                    </a:lnB>
                    <a:noFill/>
                  </a:tcPr>
                </a:tc>
                <a:tc hMerge="1">
                  <a:txBody>
                    <a:bodyPr/>
                    <a:lstStyle/>
                    <a:p>
                      <a:endParaRPr lang="en-US"/>
                    </a:p>
                  </a:txBody>
                  <a:tcPr/>
                </a:tc>
                <a:tc>
                  <a:txBody>
                    <a:bodyPr/>
                    <a:lstStyle/>
                    <a:p>
                      <a:pPr marL="0" marR="0" algn="ctr">
                        <a:lnSpc>
                          <a:spcPct val="200000"/>
                        </a:lnSpc>
                        <a:spcBef>
                          <a:spcPts val="0"/>
                        </a:spcBef>
                        <a:spcAft>
                          <a:spcPts val="0"/>
                        </a:spcAft>
                      </a:pPr>
                      <a:r>
                        <a:rPr lang="en-US" sz="1100" b="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p-value</a:t>
                      </a:r>
                      <a:endParaRPr lang="en-US" sz="11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2289" marB="61443"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230796226"/>
                  </a:ext>
                </a:extLst>
              </a:tr>
              <a:tr h="385388">
                <a:tc>
                  <a:txBody>
                    <a:bodyPr/>
                    <a:lstStyle/>
                    <a:p>
                      <a:pPr marL="0" marR="0">
                        <a:lnSpc>
                          <a:spcPct val="200000"/>
                        </a:lnSpc>
                        <a:spcBef>
                          <a:spcPts val="0"/>
                        </a:spcBef>
                        <a:spcAft>
                          <a:spcPts val="0"/>
                        </a:spcAft>
                      </a:pPr>
                      <a:r>
                        <a:rPr lang="en-US" sz="1100" b="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 </a:t>
                      </a:r>
                      <a:endParaRPr lang="en-US" sz="11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 </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 </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marL="0" marR="0" algn="ct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LL</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marL="0" marR="0" algn="ct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UL</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 </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38100" cmpd="sng">
                      <a:noFill/>
                    </a:lnT>
                    <a:lnB w="9525" cap="flat" cmpd="sng" algn="ctr">
                      <a:solidFill>
                        <a:schemeClr val="tx1"/>
                      </a:solidFill>
                      <a:prstDash val="solid"/>
                    </a:lnB>
                    <a:noFill/>
                  </a:tcPr>
                </a:tc>
                <a:extLst>
                  <a:ext uri="{0D108BD9-81ED-4DB2-BD59-A6C34878D82A}">
                    <a16:rowId xmlns:a16="http://schemas.microsoft.com/office/drawing/2014/main" val="4097090252"/>
                  </a:ext>
                </a:extLst>
              </a:tr>
              <a:tr h="385388">
                <a:tc>
                  <a:txBody>
                    <a:bodyPr/>
                    <a:lstStyle/>
                    <a:p>
                      <a:pPr marL="0" marR="0">
                        <a:lnSpc>
                          <a:spcPct val="200000"/>
                        </a:lnSpc>
                        <a:spcBef>
                          <a:spcPts val="0"/>
                        </a:spcBef>
                        <a:spcAft>
                          <a:spcPts val="0"/>
                        </a:spcAft>
                      </a:pPr>
                      <a:r>
                        <a:rPr lang="en-US" sz="1100" b="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Fixed effects</a:t>
                      </a:r>
                      <a:endParaRPr lang="en-US" sz="11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 </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 </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 </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 </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 </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550803062"/>
                  </a:ext>
                </a:extLst>
              </a:tr>
              <a:tr h="385388">
                <a:tc>
                  <a:txBody>
                    <a:bodyPr/>
                    <a:lstStyle/>
                    <a:p>
                      <a:pPr marL="0" marR="0">
                        <a:lnSpc>
                          <a:spcPct val="200000"/>
                        </a:lnSpc>
                        <a:spcBef>
                          <a:spcPts val="0"/>
                        </a:spcBef>
                        <a:spcAft>
                          <a:spcPts val="0"/>
                        </a:spcAft>
                      </a:pPr>
                      <a:r>
                        <a:rPr lang="en-US" sz="1100" b="0" cap="none" spc="0">
                          <a:solidFill>
                            <a:schemeClr val="tx1"/>
                          </a:solidFill>
                          <a:effectLst/>
                          <a:latin typeface="Times New Roman" panose="02020603050405020304" pitchFamily="18" charset="0"/>
                          <a:ea typeface="Calibri" panose="020F0502020204030204" pitchFamily="34" charset="0"/>
                          <a:cs typeface="Calibri" panose="020F0502020204030204" pitchFamily="34" charset="0"/>
                        </a:rPr>
                        <a:t>	</a:t>
                      </a:r>
                      <a:r>
                        <a:rPr lang="en-US" sz="1100" b="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Intercept</a:t>
                      </a:r>
                      <a:endParaRPr lang="en-US" sz="11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3.36</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0.48</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2.37</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4.36</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0.00</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3471758782"/>
                  </a:ext>
                </a:extLst>
              </a:tr>
              <a:tr h="385388">
                <a:tc>
                  <a:txBody>
                    <a:bodyPr/>
                    <a:lstStyle/>
                    <a:p>
                      <a:pPr marL="0" marR="0">
                        <a:lnSpc>
                          <a:spcPct val="200000"/>
                        </a:lnSpc>
                        <a:spcBef>
                          <a:spcPts val="0"/>
                        </a:spcBef>
                        <a:spcAft>
                          <a:spcPts val="0"/>
                        </a:spcAft>
                      </a:pPr>
                      <a:r>
                        <a:rPr lang="en-US" sz="1100" b="0" cap="none" spc="0">
                          <a:solidFill>
                            <a:schemeClr val="tx1"/>
                          </a:solidFill>
                          <a:effectLst/>
                          <a:latin typeface="Times New Roman" panose="02020603050405020304" pitchFamily="18" charset="0"/>
                          <a:ea typeface="NSimSun" panose="02010609030101010101" pitchFamily="49" charset="-122"/>
                          <a:cs typeface="Calibri" panose="020F0502020204030204" pitchFamily="34" charset="0"/>
                        </a:rPr>
                        <a:t>		</a:t>
                      </a:r>
                      <a:r>
                        <a:rPr lang="en-US" sz="1100" b="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I do not trust the people of this country</a:t>
                      </a:r>
                      <a:endParaRPr lang="en-US" sz="11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-0.17</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0.09</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-0.36</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0.01</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0.07</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940441311"/>
                  </a:ext>
                </a:extLst>
              </a:tr>
              <a:tr h="385388">
                <a:tc>
                  <a:txBody>
                    <a:bodyPr/>
                    <a:lstStyle/>
                    <a:p>
                      <a:pPr marL="0" marR="0">
                        <a:lnSpc>
                          <a:spcPct val="200000"/>
                        </a:lnSpc>
                        <a:spcBef>
                          <a:spcPts val="0"/>
                        </a:spcBef>
                        <a:spcAft>
                          <a:spcPts val="0"/>
                        </a:spcAft>
                      </a:pPr>
                      <a:r>
                        <a:rPr lang="en-US" sz="1100" b="0" cap="none" spc="0">
                          <a:solidFill>
                            <a:schemeClr val="tx1"/>
                          </a:solidFill>
                          <a:effectLst/>
                          <a:latin typeface="Times New Roman" panose="02020603050405020304" pitchFamily="18" charset="0"/>
                          <a:ea typeface="NSimSun" panose="02010609030101010101" pitchFamily="49" charset="-122"/>
                          <a:cs typeface="Calibri" panose="020F0502020204030204" pitchFamily="34" charset="0"/>
                        </a:rPr>
                        <a:t>		</a:t>
                      </a:r>
                      <a:r>
                        <a:rPr lang="en-US" sz="1100" b="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Society constantly reminds you that you are an immigrant</a:t>
                      </a:r>
                      <a:endParaRPr lang="en-US" sz="11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0.25</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0.13</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-0.01</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0.51</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0.06</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3149356039"/>
                  </a:ext>
                </a:extLst>
              </a:tr>
              <a:tr h="385388">
                <a:tc>
                  <a:txBody>
                    <a:bodyPr/>
                    <a:lstStyle/>
                    <a:p>
                      <a:pPr marL="0" marR="0">
                        <a:lnSpc>
                          <a:spcPct val="200000"/>
                        </a:lnSpc>
                        <a:spcBef>
                          <a:spcPts val="0"/>
                        </a:spcBef>
                        <a:spcAft>
                          <a:spcPts val="0"/>
                        </a:spcAft>
                      </a:pPr>
                      <a:r>
                        <a:rPr lang="en-US" sz="1100" b="0" cap="none" spc="0">
                          <a:solidFill>
                            <a:schemeClr val="tx1"/>
                          </a:solidFill>
                          <a:effectLst/>
                          <a:latin typeface="Times New Roman" panose="02020603050405020304" pitchFamily="18" charset="0"/>
                          <a:ea typeface="NSimSun" panose="02010609030101010101" pitchFamily="49" charset="-122"/>
                          <a:cs typeface="Calibri" panose="020F0502020204030204" pitchFamily="34" charset="0"/>
                        </a:rPr>
                        <a:t>		</a:t>
                      </a:r>
                      <a:r>
                        <a:rPr lang="en-US" sz="1100" b="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I have too many responsibilities</a:t>
                      </a:r>
                      <a:endParaRPr lang="en-US" sz="11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-0.34</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0.13</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-0.61</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-0.07</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0.01</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36361367"/>
                  </a:ext>
                </a:extLst>
              </a:tr>
              <a:tr h="385388">
                <a:tc>
                  <a:txBody>
                    <a:bodyPr/>
                    <a:lstStyle/>
                    <a:p>
                      <a:pPr marL="0" marR="0">
                        <a:lnSpc>
                          <a:spcPct val="200000"/>
                        </a:lnSpc>
                        <a:spcBef>
                          <a:spcPts val="0"/>
                        </a:spcBef>
                        <a:spcAft>
                          <a:spcPts val="0"/>
                        </a:spcAft>
                      </a:pPr>
                      <a:r>
                        <a:rPr lang="en-US" sz="1100" b="0" cap="none" spc="0">
                          <a:solidFill>
                            <a:schemeClr val="tx1"/>
                          </a:solidFill>
                          <a:effectLst/>
                          <a:latin typeface="Times New Roman" panose="02020603050405020304" pitchFamily="18" charset="0"/>
                          <a:ea typeface="NSimSun" panose="02010609030101010101" pitchFamily="49" charset="-122"/>
                          <a:cs typeface="Calibri" panose="020F0502020204030204" pitchFamily="34" charset="0"/>
                        </a:rPr>
                        <a:t>		</a:t>
                      </a:r>
                      <a:r>
                        <a:rPr lang="en-US" sz="1100" b="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I feel like I have abandoned my family</a:t>
                      </a:r>
                      <a:endParaRPr lang="en-US" sz="1100" b="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12700" cmpd="sng">
                      <a:no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-0.36</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12700" cmpd="sng">
                      <a:no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0.17</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12700" cmpd="sng">
                      <a:no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-0.72</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12700" cmpd="sng">
                      <a:no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0.00</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12700" cmpd="sng">
                      <a:noFill/>
                      <a:prstDash val="solid"/>
                    </a:lnB>
                    <a:noFill/>
                  </a:tcPr>
                </a:tc>
                <a:tc>
                  <a:txBody>
                    <a:bodyPr/>
                    <a:lstStyle/>
                    <a:p>
                      <a:pPr marL="0" marR="0" algn="r">
                        <a:lnSpc>
                          <a:spcPct val="200000"/>
                        </a:lnSpc>
                        <a:spcBef>
                          <a:spcPts val="0"/>
                        </a:spcBef>
                        <a:spcAft>
                          <a:spcPts val="0"/>
                        </a:spcAft>
                      </a:pPr>
                      <a:r>
                        <a:rPr lang="en-US" sz="800" cap="none" spc="0">
                          <a:solidFill>
                            <a:schemeClr val="tx1"/>
                          </a:solidFill>
                          <a:effectLst/>
                          <a:latin typeface="Times New Roman" panose="02020603050405020304" pitchFamily="18" charset="0"/>
                          <a:ea typeface="Times New Roman" panose="02020603050405020304" pitchFamily="18" charset="0"/>
                          <a:cs typeface="Calibri" panose="020F0502020204030204" pitchFamily="34" charset="0"/>
                        </a:rPr>
                        <a:t>0.05</a:t>
                      </a:r>
                      <a:endParaRPr lang="en-US" sz="800" cap="none" spc="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0" marR="12374" marT="18433" marB="61443" anchor="b">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682288082"/>
                  </a:ext>
                </a:extLst>
              </a:tr>
            </a:tbl>
          </a:graphicData>
        </a:graphic>
      </p:graphicFrame>
    </p:spTree>
    <p:extLst>
      <p:ext uri="{BB962C8B-B14F-4D97-AF65-F5344CB8AC3E}">
        <p14:creationId xmlns:p14="http://schemas.microsoft.com/office/powerpoint/2010/main" val="2806182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Quantitative</a:t>
            </a:r>
            <a:r>
              <a:rPr lang="en-US">
                <a:ea typeface="+mj-lt"/>
                <a:cs typeface="+mj-lt"/>
              </a:rPr>
              <a:t> spin-off results of the immigrant study</a:t>
            </a:r>
            <a:endParaRPr lang="en-US"/>
          </a:p>
        </p:txBody>
      </p:sp>
      <p:sp>
        <p:nvSpPr>
          <p:cNvPr id="3" name="Subtitle 2"/>
          <p:cNvSpPr>
            <a:spLocks noGrp="1"/>
          </p:cNvSpPr>
          <p:nvPr>
            <p:ph type="subTitle" idx="1"/>
          </p:nvPr>
        </p:nvSpPr>
        <p:spPr/>
        <p:txBody>
          <a:bodyPr vert="horz" lIns="91440" tIns="45720" rIns="91440" bIns="45720" rtlCol="0" anchor="t">
            <a:normAutofit/>
          </a:bodyPr>
          <a:lstStyle/>
          <a:p>
            <a:r>
              <a:rPr lang="en-US">
                <a:ea typeface="+mn-lt"/>
                <a:cs typeface="+mn-lt"/>
              </a:rPr>
              <a:t>Maria McCready, M.S., </a:t>
            </a:r>
            <a:r>
              <a:rPr lang="en-US">
                <a:ea typeface="+mn-lt"/>
                <a:cs typeface="+mn-lt"/>
                <a:hlinkClick r:id="rId3"/>
              </a:rPr>
              <a:t>mmccread@unm.edu</a:t>
            </a:r>
            <a:endParaRPr lang="en-US"/>
          </a:p>
          <a:p>
            <a:r>
              <a:rPr lang="en-US"/>
              <a:t>Dimitri Bolt, </a:t>
            </a:r>
            <a:r>
              <a:rPr lang="en-US">
                <a:ea typeface="+mn-lt"/>
                <a:cs typeface="+mn-lt"/>
              </a:rPr>
              <a:t>M.S., </a:t>
            </a:r>
            <a:r>
              <a:rPr lang="en-US">
                <a:ea typeface="+mn-lt"/>
                <a:cs typeface="+mn-lt"/>
                <a:hlinkClick r:id="rId4"/>
              </a:rPr>
              <a:t>DimitriBolt75@unm.edu</a:t>
            </a:r>
            <a:r>
              <a:rPr lang="en-US">
                <a:ea typeface="+mn-lt"/>
                <a:cs typeface="+mn-lt"/>
              </a:rPr>
              <a:t>.  </a:t>
            </a:r>
            <a:endParaRPr lang="en-US"/>
          </a:p>
          <a:p>
            <a:endParaRPr lang="en-US"/>
          </a:p>
        </p:txBody>
      </p:sp>
      <p:sp>
        <p:nvSpPr>
          <p:cNvPr id="4" name="Slide Number Placeholder 3">
            <a:extLst>
              <a:ext uri="{FF2B5EF4-FFF2-40B4-BE49-F238E27FC236}">
                <a16:creationId xmlns:a16="http://schemas.microsoft.com/office/drawing/2014/main" id="{BC1697B3-4593-81E6-7A5E-068A4F95A09C}"/>
              </a:ext>
            </a:extLst>
          </p:cNvPr>
          <p:cNvSpPr>
            <a:spLocks noGrp="1"/>
          </p:cNvSpPr>
          <p:nvPr>
            <p:ph type="sldNum" sz="quarter" idx="12"/>
          </p:nvPr>
        </p:nvSpPr>
        <p:spPr/>
        <p:txBody>
          <a:bodyPr/>
          <a:lstStyle/>
          <a:p>
            <a:fld id="{330EA680-D336-4FF7-8B7A-9848BB0A1C32}" type="slidenum">
              <a:rPr lang="en-US" smtClean="0"/>
              <a:t>9</a:t>
            </a:fld>
            <a:endParaRPr lang="en-US"/>
          </a:p>
        </p:txBody>
      </p:sp>
    </p:spTree>
    <p:extLst>
      <p:ext uri="{BB962C8B-B14F-4D97-AF65-F5344CB8AC3E}">
        <p14:creationId xmlns:p14="http://schemas.microsoft.com/office/powerpoint/2010/main" val="109857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0E518-5E73-72A0-1A11-054759CEC9F1}"/>
              </a:ext>
            </a:extLst>
          </p:cNvPr>
          <p:cNvSpPr>
            <a:spLocks noGrp="1"/>
          </p:cNvSpPr>
          <p:nvPr>
            <p:ph type="title"/>
          </p:nvPr>
        </p:nvSpPr>
        <p:spPr/>
        <p:txBody>
          <a:bodyPr/>
          <a:lstStyle/>
          <a:p>
            <a:r>
              <a:rPr lang="en-US"/>
              <a:t>Content:</a:t>
            </a:r>
          </a:p>
        </p:txBody>
      </p:sp>
      <p:sp>
        <p:nvSpPr>
          <p:cNvPr id="5" name="Text Placeholder 4">
            <a:extLst>
              <a:ext uri="{FF2B5EF4-FFF2-40B4-BE49-F238E27FC236}">
                <a16:creationId xmlns:a16="http://schemas.microsoft.com/office/drawing/2014/main" id="{9E46477E-2761-37D8-F84F-BA0317BB72D7}"/>
              </a:ext>
            </a:extLst>
          </p:cNvPr>
          <p:cNvSpPr>
            <a:spLocks noGrp="1"/>
          </p:cNvSpPr>
          <p:nvPr>
            <p:ph type="body" idx="1"/>
          </p:nvPr>
        </p:nvSpPr>
        <p:spPr/>
        <p:txBody>
          <a:bodyPr/>
          <a:lstStyle/>
          <a:p>
            <a:r>
              <a:rPr lang="en-US"/>
              <a:t>Data description</a:t>
            </a:r>
          </a:p>
        </p:txBody>
      </p:sp>
      <p:sp>
        <p:nvSpPr>
          <p:cNvPr id="3" name="Content Placeholder 2">
            <a:extLst>
              <a:ext uri="{FF2B5EF4-FFF2-40B4-BE49-F238E27FC236}">
                <a16:creationId xmlns:a16="http://schemas.microsoft.com/office/drawing/2014/main" id="{B04767B0-D30B-3A40-CF1C-36E36A2D57E6}"/>
              </a:ext>
            </a:extLst>
          </p:cNvPr>
          <p:cNvSpPr>
            <a:spLocks noGrp="1"/>
          </p:cNvSpPr>
          <p:nvPr>
            <p:ph sz="half" idx="2"/>
          </p:nvPr>
        </p:nvSpPr>
        <p:spPr/>
        <p:txBody>
          <a:bodyPr vert="horz" lIns="91440" tIns="45720" rIns="91440" bIns="45720" rtlCol="0" anchor="t">
            <a:normAutofit lnSpcReduction="10000"/>
          </a:bodyPr>
          <a:lstStyle/>
          <a:p>
            <a:r>
              <a:rPr lang="en-US"/>
              <a:t>List of variables</a:t>
            </a:r>
          </a:p>
          <a:p>
            <a:pPr lvl="1">
              <a:buFont typeface="Courier New" panose="020B0604020202020204" pitchFamily="34" charset="0"/>
              <a:buChar char="o"/>
            </a:pPr>
            <a:r>
              <a:rPr lang="en-US">
                <a:ea typeface="+mn-lt"/>
                <a:cs typeface="+mn-lt"/>
              </a:rPr>
              <a:t>Anxiety, </a:t>
            </a:r>
            <a:endParaRPr lang="en-US"/>
          </a:p>
          <a:p>
            <a:pPr lvl="1">
              <a:buFont typeface="Courier New" panose="020B0604020202020204" pitchFamily="34" charset="0"/>
              <a:buChar char="o"/>
            </a:pPr>
            <a:r>
              <a:rPr lang="en-US">
                <a:ea typeface="+mn-lt"/>
                <a:cs typeface="+mn-lt"/>
              </a:rPr>
              <a:t>PTSD,</a:t>
            </a:r>
            <a:endParaRPr lang="en-US"/>
          </a:p>
          <a:p>
            <a:pPr lvl="1">
              <a:buFont typeface="Courier New" panose="020B0604020202020204" pitchFamily="34" charset="0"/>
              <a:buChar char="o"/>
            </a:pPr>
            <a:r>
              <a:rPr lang="en-US">
                <a:ea typeface="+mn-lt"/>
                <a:cs typeface="+mn-lt"/>
              </a:rPr>
              <a:t>Depression, </a:t>
            </a:r>
          </a:p>
          <a:p>
            <a:pPr lvl="1">
              <a:buFont typeface="Courier New" panose="020B0604020202020204" pitchFamily="34" charset="0"/>
              <a:buChar char="o"/>
            </a:pPr>
            <a:r>
              <a:rPr lang="en-US">
                <a:ea typeface="+mn-lt"/>
                <a:cs typeface="+mn-lt"/>
              </a:rPr>
              <a:t>Daily stressors,  </a:t>
            </a:r>
            <a:endParaRPr lang="en-US"/>
          </a:p>
          <a:p>
            <a:pPr lvl="1">
              <a:buFont typeface="Courier New" panose="020B0604020202020204" pitchFamily="34" charset="0"/>
              <a:buChar char="o"/>
            </a:pPr>
            <a:r>
              <a:rPr lang="en-US">
                <a:ea typeface="+mn-lt"/>
                <a:cs typeface="+mn-lt"/>
              </a:rPr>
              <a:t>Traumas. </a:t>
            </a:r>
            <a:endParaRPr lang="en-US"/>
          </a:p>
          <a:p>
            <a:r>
              <a:rPr lang="en-US"/>
              <a:t>Example of variable distribution.</a:t>
            </a:r>
          </a:p>
          <a:p>
            <a:r>
              <a:rPr lang="en-US">
                <a:latin typeface="Arial"/>
                <a:cs typeface="Arial"/>
              </a:rPr>
              <a:t>Data visualization.</a:t>
            </a:r>
            <a:endParaRPr lang="en-US">
              <a:solidFill>
                <a:srgbClr val="000000"/>
              </a:solidFill>
              <a:latin typeface="Arial"/>
              <a:cs typeface="Arial"/>
            </a:endParaRPr>
          </a:p>
        </p:txBody>
      </p:sp>
      <p:sp>
        <p:nvSpPr>
          <p:cNvPr id="6" name="Text Placeholder 5">
            <a:extLst>
              <a:ext uri="{FF2B5EF4-FFF2-40B4-BE49-F238E27FC236}">
                <a16:creationId xmlns:a16="http://schemas.microsoft.com/office/drawing/2014/main" id="{9556A5C3-F6B7-B00A-90CB-5EC9CC0CB0E1}"/>
              </a:ext>
            </a:extLst>
          </p:cNvPr>
          <p:cNvSpPr>
            <a:spLocks noGrp="1"/>
          </p:cNvSpPr>
          <p:nvPr>
            <p:ph type="body" sz="quarter" idx="3"/>
          </p:nvPr>
        </p:nvSpPr>
        <p:spPr/>
        <p:txBody>
          <a:bodyPr/>
          <a:lstStyle/>
          <a:p>
            <a:r>
              <a:rPr lang="en-US"/>
              <a:t>Interesting spin-off results</a:t>
            </a:r>
          </a:p>
        </p:txBody>
      </p:sp>
      <p:sp>
        <p:nvSpPr>
          <p:cNvPr id="4" name="Content Placeholder 3">
            <a:extLst>
              <a:ext uri="{FF2B5EF4-FFF2-40B4-BE49-F238E27FC236}">
                <a16:creationId xmlns:a16="http://schemas.microsoft.com/office/drawing/2014/main" id="{84F810E1-74F9-D043-A613-85E17FA469CC}"/>
              </a:ext>
            </a:extLst>
          </p:cNvPr>
          <p:cNvSpPr>
            <a:spLocks noGrp="1"/>
          </p:cNvSpPr>
          <p:nvPr>
            <p:ph sz="quarter" idx="4"/>
          </p:nvPr>
        </p:nvSpPr>
        <p:spPr/>
        <p:txBody>
          <a:bodyPr vert="horz" lIns="91440" tIns="45720" rIns="91440" bIns="45720" rtlCol="0" anchor="t">
            <a:normAutofit lnSpcReduction="10000"/>
          </a:bodyPr>
          <a:lstStyle/>
          <a:p>
            <a:r>
              <a:rPr lang="en-US">
                <a:ea typeface="+mn-lt"/>
                <a:cs typeface="+mn-lt"/>
              </a:rPr>
              <a:t>Pairwise correlation of columns</a:t>
            </a:r>
            <a:endParaRPr lang="en-US"/>
          </a:p>
          <a:p>
            <a:r>
              <a:rPr lang="en-US">
                <a:ea typeface="+mn-lt"/>
                <a:cs typeface="+mn-lt"/>
              </a:rPr>
              <a:t>Stepwise Regression Implementation</a:t>
            </a:r>
            <a:endParaRPr lang="en-US"/>
          </a:p>
          <a:p>
            <a:endParaRPr lang="en-US"/>
          </a:p>
        </p:txBody>
      </p:sp>
      <p:sp>
        <p:nvSpPr>
          <p:cNvPr id="7" name="Slide Number Placeholder 6">
            <a:extLst>
              <a:ext uri="{FF2B5EF4-FFF2-40B4-BE49-F238E27FC236}">
                <a16:creationId xmlns:a16="http://schemas.microsoft.com/office/drawing/2014/main" id="{57D27A76-4285-2CFF-D6FF-123C9D1DC704}"/>
              </a:ext>
            </a:extLst>
          </p:cNvPr>
          <p:cNvSpPr>
            <a:spLocks noGrp="1"/>
          </p:cNvSpPr>
          <p:nvPr>
            <p:ph type="sldNum" sz="quarter" idx="12"/>
          </p:nvPr>
        </p:nvSpPr>
        <p:spPr/>
        <p:txBody>
          <a:bodyPr/>
          <a:lstStyle/>
          <a:p>
            <a:fld id="{330EA680-D336-4FF7-8B7A-9848BB0A1C32}" type="slidenum">
              <a:rPr lang="en-US" smtClean="0"/>
              <a:t>10</a:t>
            </a:fld>
            <a:endParaRPr lang="en-US"/>
          </a:p>
        </p:txBody>
      </p:sp>
    </p:spTree>
    <p:extLst>
      <p:ext uri="{BB962C8B-B14F-4D97-AF65-F5344CB8AC3E}">
        <p14:creationId xmlns:p14="http://schemas.microsoft.com/office/powerpoint/2010/main" val="1148228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92842-2917-4138-0DF3-4999A4257244}"/>
              </a:ext>
            </a:extLst>
          </p:cNvPr>
          <p:cNvSpPr>
            <a:spLocks noGrp="1"/>
          </p:cNvSpPr>
          <p:nvPr>
            <p:ph type="title"/>
          </p:nvPr>
        </p:nvSpPr>
        <p:spPr/>
        <p:txBody>
          <a:bodyPr/>
          <a:lstStyle/>
          <a:p>
            <a:r>
              <a:rPr lang="en-US"/>
              <a:t>Variables</a:t>
            </a:r>
          </a:p>
        </p:txBody>
      </p:sp>
      <p:sp>
        <p:nvSpPr>
          <p:cNvPr id="4" name="Content Placeholder 3">
            <a:extLst>
              <a:ext uri="{FF2B5EF4-FFF2-40B4-BE49-F238E27FC236}">
                <a16:creationId xmlns:a16="http://schemas.microsoft.com/office/drawing/2014/main" id="{00EAFCEA-A951-7B9D-A07D-059F03CF5370}"/>
              </a:ext>
            </a:extLst>
          </p:cNvPr>
          <p:cNvSpPr>
            <a:spLocks noGrp="1"/>
          </p:cNvSpPr>
          <p:nvPr>
            <p:ph idx="1"/>
          </p:nvPr>
        </p:nvSpPr>
        <p:spPr/>
        <p:txBody>
          <a:bodyPr vert="horz" lIns="91440" tIns="45720" rIns="91440" bIns="45720" rtlCol="0" anchor="t">
            <a:normAutofit fontScale="85000" lnSpcReduction="20000"/>
          </a:bodyPr>
          <a:lstStyle/>
          <a:p>
            <a:r>
              <a:rPr lang="en-US">
                <a:ea typeface="+mn-lt"/>
                <a:cs typeface="+mn-lt"/>
              </a:rPr>
              <a:t>Daily stressors</a:t>
            </a:r>
          </a:p>
          <a:p>
            <a:pPr lvl="1">
              <a:buFont typeface="Courier New" panose="020B0604020202020204" pitchFamily="34" charset="0"/>
              <a:buChar char="o"/>
            </a:pPr>
            <a:r>
              <a:rPr lang="en-US">
                <a:ea typeface="+mn-lt"/>
                <a:cs typeface="+mn-lt"/>
              </a:rPr>
              <a:t>The variable "daily stressors" consists of </a:t>
            </a:r>
            <a:r>
              <a:rPr lang="en-US" b="1">
                <a:ea typeface="+mn-lt"/>
                <a:cs typeface="+mn-lt"/>
              </a:rPr>
              <a:t>31 features</a:t>
            </a:r>
            <a:r>
              <a:rPr lang="en-US">
                <a:ea typeface="+mn-lt"/>
                <a:cs typeface="+mn-lt"/>
              </a:rPr>
              <a:t> and 67 observations.  The measurement was made by bipolar </a:t>
            </a:r>
            <a:r>
              <a:rPr lang="en-US" b="1">
                <a:ea typeface="+mn-lt"/>
                <a:cs typeface="+mn-lt"/>
              </a:rPr>
              <a:t>4</a:t>
            </a:r>
            <a:r>
              <a:rPr lang="en-US">
                <a:ea typeface="+mn-lt"/>
                <a:cs typeface="+mn-lt"/>
              </a:rPr>
              <a:t>-Point Likert Scale.</a:t>
            </a:r>
          </a:p>
          <a:p>
            <a:r>
              <a:rPr lang="en-US">
                <a:ea typeface="+mn-lt"/>
                <a:cs typeface="+mn-lt"/>
              </a:rPr>
              <a:t>Trauma</a:t>
            </a:r>
          </a:p>
          <a:p>
            <a:pPr lvl="1">
              <a:buFont typeface="Courier New" panose="020B0604020202020204" pitchFamily="34" charset="0"/>
              <a:buChar char="o"/>
            </a:pPr>
            <a:r>
              <a:rPr lang="en-US">
                <a:ea typeface="+mn-lt"/>
                <a:cs typeface="+mn-lt"/>
              </a:rPr>
              <a:t>The variable "trauma" has </a:t>
            </a:r>
            <a:r>
              <a:rPr lang="en-US" b="1">
                <a:ea typeface="+mn-lt"/>
                <a:cs typeface="+mn-lt"/>
              </a:rPr>
              <a:t>17 binary</a:t>
            </a:r>
            <a:r>
              <a:rPr lang="en-US">
                <a:ea typeface="+mn-lt"/>
                <a:cs typeface="+mn-lt"/>
              </a:rPr>
              <a:t> features "Yes" ↔ "No", and 66 observations.</a:t>
            </a:r>
          </a:p>
          <a:p>
            <a:r>
              <a:rPr lang="en-US">
                <a:ea typeface="+mn-lt"/>
                <a:cs typeface="+mn-lt"/>
              </a:rPr>
              <a:t>Anxiety</a:t>
            </a:r>
          </a:p>
          <a:p>
            <a:pPr lvl="1">
              <a:buFont typeface="Courier New" panose="020B0604020202020204" pitchFamily="34" charset="0"/>
              <a:buChar char="o"/>
            </a:pPr>
            <a:r>
              <a:rPr lang="en-US">
                <a:ea typeface="+mn-lt"/>
                <a:cs typeface="+mn-lt"/>
              </a:rPr>
              <a:t>The variable "Anxiety" is </a:t>
            </a:r>
            <a:r>
              <a:rPr lang="en-US" b="1">
                <a:ea typeface="+mn-lt"/>
                <a:cs typeface="+mn-lt"/>
              </a:rPr>
              <a:t>continuous</a:t>
            </a:r>
            <a:r>
              <a:rPr lang="en-US">
                <a:ea typeface="+mn-lt"/>
                <a:cs typeface="+mn-lt"/>
              </a:rPr>
              <a:t> and calculated according to the "Anxiety Score" formula.</a:t>
            </a:r>
          </a:p>
          <a:p>
            <a:r>
              <a:rPr lang="en-US">
                <a:ea typeface="+mn-lt"/>
                <a:cs typeface="+mn-lt"/>
              </a:rPr>
              <a:t>Depression</a:t>
            </a:r>
          </a:p>
          <a:p>
            <a:pPr lvl="1">
              <a:buFont typeface="Courier New" panose="020B0604020202020204" pitchFamily="34" charset="0"/>
              <a:buChar char="o"/>
            </a:pPr>
            <a:r>
              <a:rPr lang="en-US">
                <a:ea typeface="+mn-lt"/>
                <a:cs typeface="+mn-lt"/>
              </a:rPr>
              <a:t>A variable "Depression" is </a:t>
            </a:r>
            <a:r>
              <a:rPr lang="en-US" b="1">
                <a:ea typeface="+mn-lt"/>
                <a:cs typeface="+mn-lt"/>
              </a:rPr>
              <a:t>continuous </a:t>
            </a:r>
            <a:r>
              <a:rPr lang="en-US">
                <a:ea typeface="+mn-lt"/>
                <a:cs typeface="+mn-lt"/>
              </a:rPr>
              <a:t>and calculated according to the "DSM IV Depression Score" formula.</a:t>
            </a:r>
          </a:p>
          <a:p>
            <a:r>
              <a:rPr lang="en-US">
                <a:ea typeface="+mn-lt"/>
                <a:cs typeface="+mn-lt"/>
              </a:rPr>
              <a:t>PTSD</a:t>
            </a:r>
          </a:p>
          <a:p>
            <a:pPr lvl="1">
              <a:buFont typeface="Courier New" panose="020B0604020202020204" pitchFamily="34" charset="0"/>
              <a:buChar char="o"/>
            </a:pPr>
            <a:r>
              <a:rPr lang="en-US">
                <a:ea typeface="+mn-lt"/>
                <a:cs typeface="+mn-lt"/>
              </a:rPr>
              <a:t>A Variable "PTSD symptoms" is </a:t>
            </a:r>
            <a:r>
              <a:rPr lang="en-US" b="1">
                <a:ea typeface="+mn-lt"/>
                <a:cs typeface="+mn-lt"/>
              </a:rPr>
              <a:t>continuous </a:t>
            </a:r>
            <a:r>
              <a:rPr lang="en-US">
                <a:ea typeface="+mn-lt"/>
                <a:cs typeface="+mn-lt"/>
              </a:rPr>
              <a:t>and calculated according to the "DSM-5 Trauma Symptom Score" formula from the "HARVARD TRAUMA QUESTIONNAIRE" method. </a:t>
            </a:r>
          </a:p>
        </p:txBody>
      </p:sp>
      <p:sp>
        <p:nvSpPr>
          <p:cNvPr id="3" name="Slide Number Placeholder 2">
            <a:extLst>
              <a:ext uri="{FF2B5EF4-FFF2-40B4-BE49-F238E27FC236}">
                <a16:creationId xmlns:a16="http://schemas.microsoft.com/office/drawing/2014/main" id="{D778BD2A-EE61-A411-32D3-251C6C4BB6FF}"/>
              </a:ext>
            </a:extLst>
          </p:cNvPr>
          <p:cNvSpPr>
            <a:spLocks noGrp="1"/>
          </p:cNvSpPr>
          <p:nvPr>
            <p:ph type="sldNum" sz="quarter" idx="12"/>
          </p:nvPr>
        </p:nvSpPr>
        <p:spPr/>
        <p:txBody>
          <a:bodyPr/>
          <a:lstStyle/>
          <a:p>
            <a:fld id="{330EA680-D336-4FF7-8B7A-9848BB0A1C32}" type="slidenum">
              <a:rPr lang="en-US" smtClean="0"/>
              <a:t>11</a:t>
            </a:fld>
            <a:endParaRPr lang="en-US"/>
          </a:p>
        </p:txBody>
      </p:sp>
    </p:spTree>
    <p:extLst>
      <p:ext uri="{BB962C8B-B14F-4D97-AF65-F5344CB8AC3E}">
        <p14:creationId xmlns:p14="http://schemas.microsoft.com/office/powerpoint/2010/main" val="4021928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88442-D294-D1C1-5B89-8CF7B0624DAD}"/>
              </a:ext>
            </a:extLst>
          </p:cNvPr>
          <p:cNvSpPr>
            <a:spLocks noGrp="1"/>
          </p:cNvSpPr>
          <p:nvPr>
            <p:ph type="title"/>
          </p:nvPr>
        </p:nvSpPr>
        <p:spPr/>
        <p:txBody>
          <a:bodyPr/>
          <a:lstStyle/>
          <a:p>
            <a:r>
              <a:rPr lang="en-US"/>
              <a:t>Variable description, e.g., PTSD</a:t>
            </a:r>
          </a:p>
        </p:txBody>
      </p:sp>
      <p:sp>
        <p:nvSpPr>
          <p:cNvPr id="4" name="Text Placeholder 3">
            <a:extLst>
              <a:ext uri="{FF2B5EF4-FFF2-40B4-BE49-F238E27FC236}">
                <a16:creationId xmlns:a16="http://schemas.microsoft.com/office/drawing/2014/main" id="{5CBCE27D-3B63-C18D-9790-74E0BE323B88}"/>
              </a:ext>
            </a:extLst>
          </p:cNvPr>
          <p:cNvSpPr>
            <a:spLocks noGrp="1"/>
          </p:cNvSpPr>
          <p:nvPr>
            <p:ph type="body" idx="1"/>
          </p:nvPr>
        </p:nvSpPr>
        <p:spPr/>
        <p:txBody>
          <a:bodyPr>
            <a:normAutofit fontScale="85000" lnSpcReduction="20000"/>
          </a:bodyPr>
          <a:lstStyle/>
          <a:p>
            <a:r>
              <a:rPr lang="en-US" b="0">
                <a:ea typeface="+mn-lt"/>
                <a:cs typeface="+mn-lt"/>
              </a:rPr>
              <a:t>Table 3 The most prevalent traumatic symptoms which were experienced at any level (at least at minim). HTQ-5 (n = 65)</a:t>
            </a:r>
            <a:endParaRPr lang="en-US"/>
          </a:p>
        </p:txBody>
      </p:sp>
      <p:graphicFrame>
        <p:nvGraphicFramePr>
          <p:cNvPr id="15" name="Content Placeholder 14">
            <a:extLst>
              <a:ext uri="{FF2B5EF4-FFF2-40B4-BE49-F238E27FC236}">
                <a16:creationId xmlns:a16="http://schemas.microsoft.com/office/drawing/2014/main" id="{1E78220E-589B-DFC9-9AD7-82205350AE8E}"/>
              </a:ext>
            </a:extLst>
          </p:cNvPr>
          <p:cNvGraphicFramePr>
            <a:graphicFrameLocks noGrp="1"/>
          </p:cNvGraphicFramePr>
          <p:nvPr>
            <p:ph sz="half" idx="2"/>
            <p:extLst>
              <p:ext uri="{D42A27DB-BD31-4B8C-83A1-F6EECF244321}">
                <p14:modId xmlns:p14="http://schemas.microsoft.com/office/powerpoint/2010/main" val="3235588491"/>
              </p:ext>
            </p:extLst>
          </p:nvPr>
        </p:nvGraphicFramePr>
        <p:xfrm>
          <a:off x="839788" y="2505075"/>
          <a:ext cx="5157785" cy="2286000"/>
        </p:xfrm>
        <a:graphic>
          <a:graphicData uri="http://schemas.openxmlformats.org/drawingml/2006/table">
            <a:tbl>
              <a:tblPr bandRow="1">
                <a:tableStyleId>{5C22544A-7EE6-4342-B048-85BDC9FD1C3A}</a:tableStyleId>
              </a:tblPr>
              <a:tblGrid>
                <a:gridCol w="3181050">
                  <a:extLst>
                    <a:ext uri="{9D8B030D-6E8A-4147-A177-3AD203B41FA5}">
                      <a16:colId xmlns:a16="http://schemas.microsoft.com/office/drawing/2014/main" val="3063850668"/>
                    </a:ext>
                  </a:extLst>
                </a:gridCol>
                <a:gridCol w="1038201">
                  <a:extLst>
                    <a:ext uri="{9D8B030D-6E8A-4147-A177-3AD203B41FA5}">
                      <a16:colId xmlns:a16="http://schemas.microsoft.com/office/drawing/2014/main" val="759558758"/>
                    </a:ext>
                  </a:extLst>
                </a:gridCol>
                <a:gridCol w="938534">
                  <a:extLst>
                    <a:ext uri="{9D8B030D-6E8A-4147-A177-3AD203B41FA5}">
                      <a16:colId xmlns:a16="http://schemas.microsoft.com/office/drawing/2014/main" val="2093008620"/>
                    </a:ext>
                  </a:extLst>
                </a:gridCol>
              </a:tblGrid>
              <a:tr h="190500">
                <a:tc>
                  <a:txBody>
                    <a:bodyPr/>
                    <a:lstStyle/>
                    <a:p>
                      <a:pPr fontAlgn="t"/>
                      <a:r>
                        <a:rPr lang="en-US" sz="1200" b="1" i="0">
                          <a:effectLst/>
                          <a:latin typeface="Times New Roman"/>
                        </a:rPr>
                        <a:t>Trauma symptoms</a:t>
                      </a:r>
                      <a:r>
                        <a:rPr lang="en-US" sz="1200" b="0" i="0">
                          <a:effectLst/>
                          <a:latin typeface="Times New Roman"/>
                        </a:rPr>
                        <a:t> </a:t>
                      </a:r>
                      <a:endParaRPr lang="en-US" b="0" i="0">
                        <a:effectLst/>
                        <a:latin typeface="Times New Roman"/>
                      </a:endParaRPr>
                    </a:p>
                  </a:txBody>
                  <a:tcPr marL="66675" marR="66675">
                    <a:lnL>
                      <a:noFill/>
                    </a:lnL>
                    <a:lnR>
                      <a:noFill/>
                    </a:lnR>
                    <a:lnT w="9525" cap="flat" cmpd="sng" algn="ctr">
                      <a:solidFill>
                        <a:srgbClr val="0001B8"/>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fontAlgn="t"/>
                      <a:r>
                        <a:rPr lang="en-US" sz="1200" b="1" i="0">
                          <a:effectLst/>
                          <a:latin typeface="Times New Roman"/>
                        </a:rPr>
                        <a:t>%</a:t>
                      </a:r>
                      <a:r>
                        <a:rPr lang="en-US" sz="1200" b="0" i="0">
                          <a:effectLst/>
                          <a:latin typeface="Times New Roman"/>
                        </a:rPr>
                        <a:t> </a:t>
                      </a:r>
                      <a:endParaRPr lang="en-US" b="0" i="0">
                        <a:effectLst/>
                        <a:latin typeface="Times New Roman"/>
                      </a:endParaRPr>
                    </a:p>
                  </a:txBody>
                  <a:tcPr marL="66675" marR="66675">
                    <a:lnL>
                      <a:noFill/>
                    </a:lnL>
                    <a:lnR>
                      <a:noFill/>
                    </a:lnR>
                    <a:lnT w="9525" cap="flat" cmpd="sng" algn="ctr">
                      <a:solidFill>
                        <a:srgbClr val="E0FDB7"/>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fontAlgn="t"/>
                      <a:r>
                        <a:rPr lang="en-US" sz="1200" b="1" i="0">
                          <a:effectLst/>
                          <a:latin typeface="Times New Roman"/>
                        </a:rPr>
                        <a:t>n</a:t>
                      </a:r>
                      <a:r>
                        <a:rPr lang="en-US" sz="1200" b="0" i="0">
                          <a:effectLst/>
                          <a:latin typeface="Times New Roman"/>
                        </a:rPr>
                        <a:t> </a:t>
                      </a:r>
                      <a:endParaRPr lang="en-US" b="0" i="0">
                        <a:effectLst/>
                        <a:latin typeface="Times New Roman"/>
                      </a:endParaRPr>
                    </a:p>
                  </a:txBody>
                  <a:tcPr marL="66675" marR="66675">
                    <a:lnL>
                      <a:noFill/>
                    </a:lnL>
                    <a:lnR>
                      <a:noFill/>
                    </a:lnR>
                    <a:lnT w="9525" cap="flat" cmpd="sng" algn="ctr">
                      <a:solidFill>
                        <a:srgbClr val="4009B8"/>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80539545"/>
                  </a:ext>
                </a:extLst>
              </a:tr>
              <a:tr h="190500">
                <a:tc>
                  <a:txBody>
                    <a:bodyPr/>
                    <a:lstStyle/>
                    <a:p>
                      <a:pPr algn="l" rtl="0" fontAlgn="base"/>
                      <a:r>
                        <a:rPr lang="en-US" sz="1200" b="0" i="0">
                          <a:effectLst/>
                          <a:latin typeface="Times New Roman"/>
                        </a:rPr>
                        <a:t>Feeling detached or withdrawn from people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r>
                        <a:rPr lang="en-US" sz="1200" b="0" i="0">
                          <a:effectLst/>
                          <a:latin typeface="Times New Roman"/>
                        </a:rPr>
                        <a:t>74%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r>
                        <a:rPr lang="en-US" sz="1200" b="0" i="0">
                          <a:effectLst/>
                          <a:latin typeface="Times New Roman"/>
                        </a:rPr>
                        <a:t>48 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89461017"/>
                  </a:ext>
                </a:extLst>
              </a:tr>
              <a:tr h="190500">
                <a:tc>
                  <a:txBody>
                    <a:bodyPr/>
                    <a:lstStyle/>
                    <a:p>
                      <a:pPr algn="l" rtl="0" fontAlgn="base"/>
                      <a:r>
                        <a:rPr lang="en-US" sz="1200" b="0" i="0">
                          <a:effectLst/>
                          <a:latin typeface="Times New Roman"/>
                        </a:rPr>
                        <a:t>Difficulty concentrating</a:t>
                      </a:r>
                      <a:endParaRPr lang="en-US" b="0" i="0">
                        <a:effectLst/>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r>
                        <a:rPr lang="en-US" sz="1200" b="0" i="0">
                          <a:effectLst/>
                          <a:latin typeface="Times New Roman"/>
                        </a:rPr>
                        <a:t>82%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r>
                        <a:rPr lang="en-US" sz="1200" b="0" i="0">
                          <a:effectLst/>
                          <a:latin typeface="Times New Roman"/>
                        </a:rPr>
                        <a:t>53 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58348861"/>
                  </a:ext>
                </a:extLst>
              </a:tr>
              <a:tr h="190500">
                <a:tc>
                  <a:txBody>
                    <a:bodyPr/>
                    <a:lstStyle/>
                    <a:p>
                      <a:pPr fontAlgn="t"/>
                      <a:r>
                        <a:rPr lang="en-US" sz="1200" b="0" i="0">
                          <a:effectLst/>
                          <a:latin typeface="Times New Roman"/>
                        </a:rPr>
                        <a:t>Trouble sleeping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fontAlgn="t"/>
                      <a:r>
                        <a:rPr lang="en-US" sz="1200" b="0" i="0">
                          <a:effectLst/>
                          <a:latin typeface="Times New Roman"/>
                        </a:rPr>
                        <a:t>75%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fontAlgn="t"/>
                      <a:r>
                        <a:rPr lang="en-US" sz="1200" b="0" i="0">
                          <a:effectLst/>
                          <a:latin typeface="Times New Roman"/>
                        </a:rPr>
                        <a:t>49 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9752164"/>
                  </a:ext>
                </a:extLst>
              </a:tr>
              <a:tr h="190500">
                <a:tc>
                  <a:txBody>
                    <a:bodyPr/>
                    <a:lstStyle/>
                    <a:p>
                      <a:pPr algn="l" rtl="0" fontAlgn="base"/>
                      <a:r>
                        <a:rPr lang="en-US" sz="1200" b="0" i="0">
                          <a:effectLst/>
                          <a:latin typeface="Times New Roman"/>
                        </a:rPr>
                        <a:t>Less interest in daily activities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fontAlgn="t"/>
                      <a:r>
                        <a:rPr lang="en-US" sz="1200" b="0" i="0">
                          <a:effectLst/>
                          <a:latin typeface="Times New Roman"/>
                        </a:rPr>
                        <a:t>74%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fontAlgn="t"/>
                      <a:r>
                        <a:rPr lang="en-US" sz="1200" b="0" i="0">
                          <a:effectLst/>
                          <a:latin typeface="Times New Roman"/>
                        </a:rPr>
                        <a:t>48 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23498187"/>
                  </a:ext>
                </a:extLst>
              </a:tr>
              <a:tr h="190500">
                <a:tc>
                  <a:txBody>
                    <a:bodyPr/>
                    <a:lstStyle/>
                    <a:p>
                      <a:pPr fontAlgn="t"/>
                      <a:r>
                        <a:rPr lang="en-US" sz="1200" b="0" i="0">
                          <a:effectLst/>
                          <a:latin typeface="Times New Roman"/>
                        </a:rPr>
                        <a:t>Feeling as if you don’t have a future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rgbClr val="000FB8"/>
                      </a:solidFill>
                      <a:prstDash val="solid"/>
                      <a:round/>
                      <a:headEnd type="none" w="med" len="med"/>
                      <a:tailEnd type="none" w="med" len="med"/>
                    </a:lnB>
                    <a:noFill/>
                  </a:tcPr>
                </a:tc>
                <a:tc>
                  <a:txBody>
                    <a:bodyPr/>
                    <a:lstStyle/>
                    <a:p>
                      <a:pPr fontAlgn="t"/>
                      <a:r>
                        <a:rPr lang="en-US" sz="1200" b="0" i="0">
                          <a:effectLst/>
                          <a:latin typeface="Times New Roman"/>
                        </a:rPr>
                        <a:t>77%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rgbClr val="601FB8"/>
                      </a:solidFill>
                      <a:prstDash val="solid"/>
                      <a:round/>
                      <a:headEnd type="none" w="med" len="med"/>
                      <a:tailEnd type="none" w="med" len="med"/>
                    </a:lnB>
                    <a:noFill/>
                  </a:tcPr>
                </a:tc>
                <a:tc>
                  <a:txBody>
                    <a:bodyPr/>
                    <a:lstStyle/>
                    <a:p>
                      <a:pPr fontAlgn="t"/>
                      <a:r>
                        <a:rPr lang="en-US" sz="1200" b="0" i="0">
                          <a:effectLst/>
                          <a:latin typeface="Times New Roman"/>
                        </a:rPr>
                        <a:t>50 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rgbClr val="C01FB8"/>
                      </a:solidFill>
                      <a:prstDash val="solid"/>
                      <a:round/>
                      <a:headEnd type="none" w="med" len="med"/>
                      <a:tailEnd type="none" w="med" len="med"/>
                    </a:lnB>
                    <a:noFill/>
                  </a:tcPr>
                </a:tc>
                <a:extLst>
                  <a:ext uri="{0D108BD9-81ED-4DB2-BD59-A6C34878D82A}">
                    <a16:rowId xmlns:a16="http://schemas.microsoft.com/office/drawing/2014/main" val="992646423"/>
                  </a:ext>
                </a:extLst>
              </a:tr>
              <a:tr h="247650">
                <a:tc>
                  <a:txBody>
                    <a:bodyPr/>
                    <a:lstStyle/>
                    <a:p>
                      <a:pPr fontAlgn="t"/>
                      <a:r>
                        <a:rPr lang="en-US" sz="1200" b="1" i="0">
                          <a:effectLst/>
                          <a:latin typeface="Times New Roman"/>
                        </a:rPr>
                        <a:t>Event endorsement was not mutually exclusive</a:t>
                      </a:r>
                      <a:r>
                        <a:rPr lang="en-US" sz="1200" b="0" i="0">
                          <a:effectLst/>
                          <a:latin typeface="Times New Roman"/>
                        </a:rPr>
                        <a:t> </a:t>
                      </a:r>
                      <a:endParaRPr lang="en-US" b="0" i="0">
                        <a:effectLst/>
                        <a:latin typeface="Times New Roman"/>
                      </a:endParaRPr>
                    </a:p>
                  </a:txBody>
                  <a:tcPr marL="66675" marR="66675">
                    <a:lnL>
                      <a:noFill/>
                    </a:lnL>
                    <a:lnR>
                      <a:noFill/>
                    </a:lnR>
                    <a:lnT w="9525" cap="flat" cmpd="sng" algn="ctr">
                      <a:solidFill>
                        <a:srgbClr val="000FB8"/>
                      </a:solidFill>
                      <a:prstDash val="solid"/>
                      <a:round/>
                      <a:headEnd type="none" w="med" len="med"/>
                      <a:tailEnd type="none" w="med" len="med"/>
                    </a:lnT>
                    <a:lnB>
                      <a:noFill/>
                    </a:lnB>
                    <a:noFill/>
                  </a:tcPr>
                </a:tc>
                <a:tc>
                  <a:txBody>
                    <a:bodyPr/>
                    <a:lstStyle/>
                    <a:p>
                      <a:pPr fontAlgn="t"/>
                      <a:endParaRPr lang="en-US">
                        <a:effectLst/>
                      </a:endParaRPr>
                    </a:p>
                    <a:p>
                      <a:pPr algn="l" rtl="0" fontAlgn="base"/>
                      <a:endParaRPr lang="en-US" b="0" i="0">
                        <a:effectLst/>
                        <a:latin typeface="Times New Roman"/>
                      </a:endParaRPr>
                    </a:p>
                  </a:txBody>
                  <a:tcPr marL="66675" marR="66675">
                    <a:lnL>
                      <a:noFill/>
                    </a:lnL>
                    <a:lnR>
                      <a:noFill/>
                    </a:lnR>
                    <a:lnT w="9525" cap="flat" cmpd="sng" algn="ctr">
                      <a:solidFill>
                        <a:srgbClr val="601FB8"/>
                      </a:solidFill>
                      <a:prstDash val="solid"/>
                      <a:round/>
                      <a:headEnd type="none" w="med" len="med"/>
                      <a:tailEnd type="none" w="med" len="med"/>
                    </a:lnT>
                    <a:lnB>
                      <a:noFill/>
                    </a:lnB>
                    <a:noFill/>
                  </a:tcPr>
                </a:tc>
                <a:tc>
                  <a:txBody>
                    <a:bodyPr/>
                    <a:lstStyle/>
                    <a:p>
                      <a:pPr fontAlgn="t"/>
                      <a:endParaRPr lang="en-US">
                        <a:effectLst/>
                      </a:endParaRPr>
                    </a:p>
                    <a:p>
                      <a:pPr algn="l" rtl="0" fontAlgn="base"/>
                      <a:endParaRPr lang="en-US" b="0" i="0">
                        <a:effectLst/>
                        <a:latin typeface="Times New Roman"/>
                      </a:endParaRPr>
                    </a:p>
                  </a:txBody>
                  <a:tcPr marL="66675" marR="66675">
                    <a:lnL>
                      <a:noFill/>
                    </a:lnL>
                    <a:lnR>
                      <a:noFill/>
                    </a:lnR>
                    <a:lnT w="9525" cap="flat" cmpd="sng" algn="ctr">
                      <a:solidFill>
                        <a:srgbClr val="C01FB8"/>
                      </a:solidFill>
                      <a:prstDash val="solid"/>
                      <a:round/>
                      <a:headEnd type="none" w="med" len="med"/>
                      <a:tailEnd type="none" w="med" len="med"/>
                    </a:lnT>
                    <a:lnB>
                      <a:noFill/>
                    </a:lnB>
                    <a:noFill/>
                  </a:tcPr>
                </a:tc>
                <a:extLst>
                  <a:ext uri="{0D108BD9-81ED-4DB2-BD59-A6C34878D82A}">
                    <a16:rowId xmlns:a16="http://schemas.microsoft.com/office/drawing/2014/main" val="3002991929"/>
                  </a:ext>
                </a:extLst>
              </a:tr>
            </a:tbl>
          </a:graphicData>
        </a:graphic>
      </p:graphicFrame>
      <p:sp>
        <p:nvSpPr>
          <p:cNvPr id="5" name="Text Placeholder 4">
            <a:extLst>
              <a:ext uri="{FF2B5EF4-FFF2-40B4-BE49-F238E27FC236}">
                <a16:creationId xmlns:a16="http://schemas.microsoft.com/office/drawing/2014/main" id="{C08A0606-535A-E6F3-2EC7-A2CB8AD27CC4}"/>
              </a:ext>
            </a:extLst>
          </p:cNvPr>
          <p:cNvSpPr>
            <a:spLocks noGrp="1"/>
          </p:cNvSpPr>
          <p:nvPr>
            <p:ph type="body" sz="quarter" idx="3"/>
          </p:nvPr>
        </p:nvSpPr>
        <p:spPr/>
        <p:txBody>
          <a:bodyPr>
            <a:normAutofit fontScale="85000" lnSpcReduction="20000"/>
          </a:bodyPr>
          <a:lstStyle/>
          <a:p>
            <a:r>
              <a:rPr lang="en-US" b="0">
                <a:ea typeface="+mn-lt"/>
                <a:cs typeface="+mn-lt"/>
              </a:rPr>
              <a:t>Table 4 The most prevalent traumatic symptoms which were experienced at maximum level. HTQ-5 (n = 65) </a:t>
            </a:r>
            <a:endParaRPr lang="en-US">
              <a:ea typeface="+mn-lt"/>
              <a:cs typeface="+mn-lt"/>
            </a:endParaRPr>
          </a:p>
        </p:txBody>
      </p:sp>
      <p:graphicFrame>
        <p:nvGraphicFramePr>
          <p:cNvPr id="17" name="Content Placeholder 16">
            <a:extLst>
              <a:ext uri="{FF2B5EF4-FFF2-40B4-BE49-F238E27FC236}">
                <a16:creationId xmlns:a16="http://schemas.microsoft.com/office/drawing/2014/main" id="{45611AAC-40E7-7EC9-A0B5-B7B4B062DFB8}"/>
              </a:ext>
            </a:extLst>
          </p:cNvPr>
          <p:cNvGraphicFramePr>
            <a:graphicFrameLocks noGrp="1"/>
          </p:cNvGraphicFramePr>
          <p:nvPr>
            <p:ph sz="quarter" idx="4"/>
            <p:extLst>
              <p:ext uri="{D42A27DB-BD31-4B8C-83A1-F6EECF244321}">
                <p14:modId xmlns:p14="http://schemas.microsoft.com/office/powerpoint/2010/main" val="1011426188"/>
              </p:ext>
            </p:extLst>
          </p:nvPr>
        </p:nvGraphicFramePr>
        <p:xfrm>
          <a:off x="6172200" y="2505075"/>
          <a:ext cx="5183186" cy="2286000"/>
        </p:xfrm>
        <a:graphic>
          <a:graphicData uri="http://schemas.openxmlformats.org/drawingml/2006/table">
            <a:tbl>
              <a:tblPr bandRow="1">
                <a:tableStyleId>{5C22544A-7EE6-4342-B048-85BDC9FD1C3A}</a:tableStyleId>
              </a:tblPr>
              <a:tblGrid>
                <a:gridCol w="3196716">
                  <a:extLst>
                    <a:ext uri="{9D8B030D-6E8A-4147-A177-3AD203B41FA5}">
                      <a16:colId xmlns:a16="http://schemas.microsoft.com/office/drawing/2014/main" val="3703491665"/>
                    </a:ext>
                  </a:extLst>
                </a:gridCol>
                <a:gridCol w="1043314">
                  <a:extLst>
                    <a:ext uri="{9D8B030D-6E8A-4147-A177-3AD203B41FA5}">
                      <a16:colId xmlns:a16="http://schemas.microsoft.com/office/drawing/2014/main" val="2030226496"/>
                    </a:ext>
                  </a:extLst>
                </a:gridCol>
                <a:gridCol w="943156">
                  <a:extLst>
                    <a:ext uri="{9D8B030D-6E8A-4147-A177-3AD203B41FA5}">
                      <a16:colId xmlns:a16="http://schemas.microsoft.com/office/drawing/2014/main" val="3473129618"/>
                    </a:ext>
                  </a:extLst>
                </a:gridCol>
              </a:tblGrid>
              <a:tr h="190500">
                <a:tc>
                  <a:txBody>
                    <a:bodyPr/>
                    <a:lstStyle/>
                    <a:p>
                      <a:pPr fontAlgn="t"/>
                      <a:r>
                        <a:rPr lang="en-US" sz="1200" b="1" i="0">
                          <a:effectLst/>
                          <a:latin typeface="Times New Roman"/>
                        </a:rPr>
                        <a:t>Trauma symptoms</a:t>
                      </a:r>
                      <a:r>
                        <a:rPr lang="en-US" sz="1200" b="0" i="0">
                          <a:effectLst/>
                          <a:latin typeface="Times New Roman"/>
                        </a:rPr>
                        <a:t> </a:t>
                      </a:r>
                      <a:endParaRPr lang="en-US" b="0" i="0">
                        <a:effectLst/>
                        <a:latin typeface="Times New Roman"/>
                      </a:endParaRPr>
                    </a:p>
                  </a:txBody>
                  <a:tcPr marL="66675" marR="66675">
                    <a:lnL>
                      <a:noFill/>
                    </a:lnL>
                    <a:lnR>
                      <a:noFill/>
                    </a:lnR>
                    <a:lnT w="9525" cap="flat" cmpd="sng" algn="ctr">
                      <a:solidFill>
                        <a:srgbClr val="70A4AA"/>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fontAlgn="t"/>
                      <a:r>
                        <a:rPr lang="en-US" sz="1200" b="1" i="0">
                          <a:effectLst/>
                          <a:latin typeface="Times New Roman"/>
                        </a:rPr>
                        <a:t>%</a:t>
                      </a:r>
                      <a:r>
                        <a:rPr lang="en-US" sz="1200" b="0" i="0">
                          <a:effectLst/>
                          <a:latin typeface="Times New Roman"/>
                        </a:rPr>
                        <a:t> </a:t>
                      </a:r>
                      <a:endParaRPr lang="en-US" b="0" i="0">
                        <a:effectLst/>
                        <a:latin typeface="Times New Roman"/>
                      </a:endParaRPr>
                    </a:p>
                  </a:txBody>
                  <a:tcPr marL="66675" marR="66675">
                    <a:lnL>
                      <a:noFill/>
                    </a:lnL>
                    <a:lnR>
                      <a:noFill/>
                    </a:lnR>
                    <a:lnT w="9525" cap="flat" cmpd="sng" algn="ctr">
                      <a:solidFill>
                        <a:srgbClr val="70A4AA"/>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fontAlgn="t"/>
                      <a:r>
                        <a:rPr lang="en-US" sz="1200" b="1" i="0">
                          <a:effectLst/>
                          <a:latin typeface="Times New Roman"/>
                        </a:rPr>
                        <a:t>n</a:t>
                      </a:r>
                      <a:r>
                        <a:rPr lang="en-US" sz="1200" b="0" i="0">
                          <a:effectLst/>
                          <a:latin typeface="Times New Roman"/>
                        </a:rPr>
                        <a:t> </a:t>
                      </a:r>
                      <a:endParaRPr lang="en-US" b="0" i="0">
                        <a:effectLst/>
                        <a:latin typeface="Times New Roman"/>
                      </a:endParaRPr>
                    </a:p>
                  </a:txBody>
                  <a:tcPr marL="66675" marR="66675">
                    <a:lnL>
                      <a:noFill/>
                    </a:lnL>
                    <a:lnR>
                      <a:noFill/>
                    </a:lnR>
                    <a:lnT w="9525" cap="flat" cmpd="sng" algn="ctr">
                      <a:solidFill>
                        <a:srgbClr val="10A6AA"/>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8218398"/>
                  </a:ext>
                </a:extLst>
              </a:tr>
              <a:tr h="190500">
                <a:tc>
                  <a:txBody>
                    <a:bodyPr/>
                    <a:lstStyle/>
                    <a:p>
                      <a:pPr fontAlgn="t"/>
                      <a:r>
                        <a:rPr lang="en-US" sz="1200" b="0" i="0">
                          <a:effectLst/>
                          <a:latin typeface="Times New Roman"/>
                        </a:rPr>
                        <a:t>Difficulty concentrating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fontAlgn="t"/>
                      <a:r>
                        <a:rPr lang="en-US" sz="1200" b="0" i="0">
                          <a:effectLst/>
                          <a:latin typeface="Times New Roman"/>
                        </a:rPr>
                        <a:t>20%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fontAlgn="t"/>
                      <a:r>
                        <a:rPr lang="en-US" sz="1200" b="0" i="0">
                          <a:effectLst/>
                          <a:latin typeface="Times New Roman"/>
                        </a:rPr>
                        <a:t>13 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32447620"/>
                  </a:ext>
                </a:extLst>
              </a:tr>
              <a:tr h="190500">
                <a:tc>
                  <a:txBody>
                    <a:bodyPr/>
                    <a:lstStyle/>
                    <a:p>
                      <a:pPr fontAlgn="t"/>
                      <a:r>
                        <a:rPr lang="en-US" sz="1200" b="0" i="0">
                          <a:effectLst/>
                          <a:latin typeface="Times New Roman"/>
                        </a:rPr>
                        <a:t>Trouble sleeping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fontAlgn="t"/>
                      <a:r>
                        <a:rPr lang="en-US" sz="1200" b="0" i="0">
                          <a:effectLst/>
                          <a:latin typeface="Times New Roman"/>
                        </a:rPr>
                        <a:t>22%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fontAlgn="t"/>
                      <a:r>
                        <a:rPr lang="en-US" sz="1200" b="0" i="0">
                          <a:effectLst/>
                          <a:latin typeface="Times New Roman"/>
                        </a:rPr>
                        <a:t>14 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540661"/>
                  </a:ext>
                </a:extLst>
              </a:tr>
              <a:tr h="190500">
                <a:tc>
                  <a:txBody>
                    <a:bodyPr/>
                    <a:lstStyle/>
                    <a:p>
                      <a:pPr fontAlgn="t"/>
                      <a:r>
                        <a:rPr lang="en-US" sz="1200" b="0" i="0">
                          <a:effectLst/>
                          <a:latin typeface="Times New Roman"/>
                        </a:rPr>
                        <a:t>Feeling irritable or having outbursts of anger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fontAlgn="t"/>
                      <a:r>
                        <a:rPr lang="en-US" sz="1200" b="0" i="0">
                          <a:effectLst/>
                          <a:latin typeface="Times New Roman"/>
                        </a:rPr>
                        <a:t>20%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fontAlgn="t"/>
                      <a:r>
                        <a:rPr lang="en-US" sz="1200" b="0" i="0">
                          <a:effectLst/>
                          <a:latin typeface="Times New Roman"/>
                        </a:rPr>
                        <a:t>13 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0665330"/>
                  </a:ext>
                </a:extLst>
              </a:tr>
              <a:tr h="190500">
                <a:tc>
                  <a:txBody>
                    <a:bodyPr/>
                    <a:lstStyle/>
                    <a:p>
                      <a:pPr fontAlgn="t"/>
                      <a:r>
                        <a:rPr lang="en-US" sz="1200" b="0" i="0">
                          <a:effectLst/>
                          <a:latin typeface="Times New Roman"/>
                        </a:rPr>
                        <a:t>Feeling as if you don’t have a future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fontAlgn="t"/>
                      <a:r>
                        <a:rPr lang="en-US" sz="1200" b="0" i="0">
                          <a:effectLst/>
                          <a:latin typeface="Times New Roman"/>
                        </a:rPr>
                        <a:t>26%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fontAlgn="t"/>
                      <a:r>
                        <a:rPr lang="en-US" sz="1200" b="0" i="0">
                          <a:effectLst/>
                          <a:latin typeface="Times New Roman"/>
                        </a:rPr>
                        <a:t>17 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09037614"/>
                  </a:ext>
                </a:extLst>
              </a:tr>
              <a:tr h="190500">
                <a:tc>
                  <a:txBody>
                    <a:bodyPr/>
                    <a:lstStyle/>
                    <a:p>
                      <a:pPr fontAlgn="t"/>
                      <a:r>
                        <a:rPr lang="en-US" sz="1200" b="0" i="0">
                          <a:effectLst/>
                          <a:latin typeface="Times New Roman"/>
                        </a:rPr>
                        <a:t>Difficulty feeling love or happiness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rgbClr val="70B1AA"/>
                      </a:solidFill>
                      <a:prstDash val="solid"/>
                      <a:round/>
                      <a:headEnd type="none" w="med" len="med"/>
                      <a:tailEnd type="none" w="med" len="med"/>
                    </a:lnB>
                    <a:noFill/>
                  </a:tcPr>
                </a:tc>
                <a:tc>
                  <a:txBody>
                    <a:bodyPr/>
                    <a:lstStyle/>
                    <a:p>
                      <a:pPr fontAlgn="t"/>
                      <a:r>
                        <a:rPr lang="en-US" sz="1200" b="0" i="0">
                          <a:effectLst/>
                          <a:latin typeface="Times New Roman"/>
                        </a:rPr>
                        <a:t>20%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rgbClr val="10E2AA"/>
                      </a:solidFill>
                      <a:prstDash val="solid"/>
                      <a:round/>
                      <a:headEnd type="none" w="med" len="med"/>
                      <a:tailEnd type="none" w="med" len="med"/>
                    </a:lnB>
                    <a:noFill/>
                  </a:tcPr>
                </a:tc>
                <a:tc>
                  <a:txBody>
                    <a:bodyPr/>
                    <a:lstStyle/>
                    <a:p>
                      <a:pPr fontAlgn="t"/>
                      <a:r>
                        <a:rPr lang="en-US" sz="1200" b="0" i="0">
                          <a:effectLst/>
                          <a:latin typeface="Times New Roman"/>
                        </a:rPr>
                        <a:t>13 </a:t>
                      </a:r>
                      <a:endParaRPr lang="en-US" b="0" i="0">
                        <a:effectLst/>
                        <a:latin typeface="Times New Roman"/>
                      </a:endParaRPr>
                    </a:p>
                  </a:txBody>
                  <a:tcPr marL="66675" marR="66675">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rgbClr val="70E5AA"/>
                      </a:solidFill>
                      <a:prstDash val="solid"/>
                      <a:round/>
                      <a:headEnd type="none" w="med" len="med"/>
                      <a:tailEnd type="none" w="med" len="med"/>
                    </a:lnB>
                    <a:noFill/>
                  </a:tcPr>
                </a:tc>
                <a:extLst>
                  <a:ext uri="{0D108BD9-81ED-4DB2-BD59-A6C34878D82A}">
                    <a16:rowId xmlns:a16="http://schemas.microsoft.com/office/drawing/2014/main" val="979764415"/>
                  </a:ext>
                </a:extLst>
              </a:tr>
              <a:tr h="247650">
                <a:tc>
                  <a:txBody>
                    <a:bodyPr/>
                    <a:lstStyle/>
                    <a:p>
                      <a:pPr fontAlgn="t"/>
                      <a:r>
                        <a:rPr lang="en-US" sz="1200" b="1" i="0">
                          <a:effectLst/>
                          <a:latin typeface="Times New Roman"/>
                        </a:rPr>
                        <a:t>Event endorsement was not mutually exclusive</a:t>
                      </a:r>
                      <a:r>
                        <a:rPr lang="en-US" sz="1200" b="0" i="0">
                          <a:effectLst/>
                          <a:latin typeface="Times New Roman"/>
                        </a:rPr>
                        <a:t> </a:t>
                      </a:r>
                      <a:endParaRPr lang="en-US" b="0" i="0">
                        <a:effectLst/>
                        <a:latin typeface="Times New Roman"/>
                      </a:endParaRPr>
                    </a:p>
                  </a:txBody>
                  <a:tcPr marL="66675" marR="66675">
                    <a:lnL>
                      <a:noFill/>
                    </a:lnL>
                    <a:lnR>
                      <a:noFill/>
                    </a:lnR>
                    <a:lnT w="9525" cap="flat" cmpd="sng" algn="ctr">
                      <a:solidFill>
                        <a:srgbClr val="70B1AA"/>
                      </a:solidFill>
                      <a:prstDash val="solid"/>
                      <a:round/>
                      <a:headEnd type="none" w="med" len="med"/>
                      <a:tailEnd type="none" w="med" len="med"/>
                    </a:lnT>
                    <a:lnB>
                      <a:noFill/>
                    </a:lnB>
                    <a:noFill/>
                  </a:tcPr>
                </a:tc>
                <a:tc>
                  <a:txBody>
                    <a:bodyPr/>
                    <a:lstStyle/>
                    <a:p>
                      <a:pPr fontAlgn="t"/>
                      <a:endParaRPr lang="en-US">
                        <a:effectLst/>
                      </a:endParaRPr>
                    </a:p>
                    <a:p>
                      <a:pPr algn="l" rtl="0" fontAlgn="base"/>
                      <a:endParaRPr lang="en-US" b="0" i="0">
                        <a:effectLst/>
                        <a:latin typeface="Times New Roman"/>
                      </a:endParaRPr>
                    </a:p>
                  </a:txBody>
                  <a:tcPr marL="66675" marR="66675">
                    <a:lnL>
                      <a:noFill/>
                    </a:lnL>
                    <a:lnR>
                      <a:noFill/>
                    </a:lnR>
                    <a:lnT w="9525" cap="flat" cmpd="sng" algn="ctr">
                      <a:solidFill>
                        <a:srgbClr val="10E2AA"/>
                      </a:solidFill>
                      <a:prstDash val="solid"/>
                      <a:round/>
                      <a:headEnd type="none" w="med" len="med"/>
                      <a:tailEnd type="none" w="med" len="med"/>
                    </a:lnT>
                    <a:lnB>
                      <a:noFill/>
                    </a:lnB>
                    <a:noFill/>
                  </a:tcPr>
                </a:tc>
                <a:tc>
                  <a:txBody>
                    <a:bodyPr/>
                    <a:lstStyle/>
                    <a:p>
                      <a:pPr fontAlgn="t"/>
                      <a:endParaRPr lang="en-US">
                        <a:effectLst/>
                      </a:endParaRPr>
                    </a:p>
                    <a:p>
                      <a:pPr algn="l" rtl="0" fontAlgn="base"/>
                      <a:endParaRPr lang="en-US" b="0" i="0">
                        <a:effectLst/>
                        <a:latin typeface="Times New Roman"/>
                      </a:endParaRPr>
                    </a:p>
                  </a:txBody>
                  <a:tcPr marL="66675" marR="66675">
                    <a:lnL>
                      <a:noFill/>
                    </a:lnL>
                    <a:lnR>
                      <a:noFill/>
                    </a:lnR>
                    <a:lnT w="9525" cap="flat" cmpd="sng" algn="ctr">
                      <a:solidFill>
                        <a:srgbClr val="70E5AA"/>
                      </a:solidFill>
                      <a:prstDash val="solid"/>
                      <a:round/>
                      <a:headEnd type="none" w="med" len="med"/>
                      <a:tailEnd type="none" w="med" len="med"/>
                    </a:lnT>
                    <a:lnB>
                      <a:noFill/>
                    </a:lnB>
                    <a:noFill/>
                  </a:tcPr>
                </a:tc>
                <a:extLst>
                  <a:ext uri="{0D108BD9-81ED-4DB2-BD59-A6C34878D82A}">
                    <a16:rowId xmlns:a16="http://schemas.microsoft.com/office/drawing/2014/main" val="1639353610"/>
                  </a:ext>
                </a:extLst>
              </a:tr>
            </a:tbl>
          </a:graphicData>
        </a:graphic>
      </p:graphicFrame>
      <p:sp>
        <p:nvSpPr>
          <p:cNvPr id="3" name="Slide Number Placeholder 2">
            <a:extLst>
              <a:ext uri="{FF2B5EF4-FFF2-40B4-BE49-F238E27FC236}">
                <a16:creationId xmlns:a16="http://schemas.microsoft.com/office/drawing/2014/main" id="{F29088BF-4B48-1395-E2C1-8032E066DA4D}"/>
              </a:ext>
            </a:extLst>
          </p:cNvPr>
          <p:cNvSpPr>
            <a:spLocks noGrp="1"/>
          </p:cNvSpPr>
          <p:nvPr>
            <p:ph type="sldNum" sz="quarter" idx="12"/>
          </p:nvPr>
        </p:nvSpPr>
        <p:spPr/>
        <p:txBody>
          <a:bodyPr/>
          <a:lstStyle/>
          <a:p>
            <a:fld id="{330EA680-D336-4FF7-8B7A-9848BB0A1C32}" type="slidenum">
              <a:rPr lang="en-US" smtClean="0"/>
              <a:t>12</a:t>
            </a:fld>
            <a:endParaRPr lang="en-US"/>
          </a:p>
        </p:txBody>
      </p:sp>
    </p:spTree>
    <p:extLst>
      <p:ext uri="{BB962C8B-B14F-4D97-AF65-F5344CB8AC3E}">
        <p14:creationId xmlns:p14="http://schemas.microsoft.com/office/powerpoint/2010/main" val="1886967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CBBF52-ADC9-F4BE-670E-71BC229379EA}"/>
              </a:ext>
            </a:extLst>
          </p:cNvPr>
          <p:cNvSpPr>
            <a:spLocks noGrp="1"/>
          </p:cNvSpPr>
          <p:nvPr>
            <p:ph type="title"/>
          </p:nvPr>
        </p:nvSpPr>
        <p:spPr>
          <a:xfrm>
            <a:off x="411480" y="987552"/>
            <a:ext cx="4485861" cy="1088136"/>
          </a:xfrm>
        </p:spPr>
        <p:txBody>
          <a:bodyPr vert="horz" lIns="91440" tIns="45720" rIns="91440" bIns="45720" rtlCol="0" anchor="b">
            <a:normAutofit/>
          </a:bodyPr>
          <a:lstStyle/>
          <a:p>
            <a:r>
              <a:rPr lang="en-US" sz="3400"/>
              <a:t>Variable visualization, e.g., PTSD</a:t>
            </a:r>
          </a:p>
        </p:txBody>
      </p:sp>
      <p:sp>
        <p:nvSpPr>
          <p:cNvPr id="26" name="Rectangle 25">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 Placeholder 2">
            <a:extLst>
              <a:ext uri="{FF2B5EF4-FFF2-40B4-BE49-F238E27FC236}">
                <a16:creationId xmlns:a16="http://schemas.microsoft.com/office/drawing/2014/main" id="{428A23CB-4B2D-20CB-1C22-639A585BA434}"/>
              </a:ext>
            </a:extLst>
          </p:cNvPr>
          <p:cNvSpPr>
            <a:spLocks noGrp="1"/>
          </p:cNvSpPr>
          <p:nvPr>
            <p:ph type="body" sz="half" idx="2"/>
          </p:nvPr>
        </p:nvSpPr>
        <p:spPr>
          <a:xfrm>
            <a:off x="411479" y="2688336"/>
            <a:ext cx="4498848" cy="3584448"/>
          </a:xfrm>
        </p:spPr>
        <p:txBody>
          <a:bodyPr vert="horz" lIns="91440" tIns="45720" rIns="91440" bIns="45720" rtlCol="0" anchor="t">
            <a:normAutofit/>
          </a:bodyPr>
          <a:lstStyle/>
          <a:p>
            <a:pPr indent="-228600">
              <a:buFont typeface="Arial" panose="020B0604020202020204" pitchFamily="34" charset="0"/>
              <a:buChar char="•"/>
            </a:pPr>
            <a:r>
              <a:rPr lang="en-US" sz="1800">
                <a:ea typeface="+mn-lt"/>
                <a:cs typeface="+mn-lt"/>
              </a:rPr>
              <a:t>Following HTQ-5 guidelines, we calculated the percentage of participants who could be considered symptomatic for PTSD, 11 (17%) of participants qualified for the diagnosis. Using Bernoulli distribution confidence intervals (CI) were calculated. CI (of PTSD level) = (8%; 25%). </a:t>
            </a:r>
          </a:p>
          <a:p>
            <a:pPr indent="-228600">
              <a:buFont typeface="Arial" panose="020B0604020202020204" pitchFamily="34" charset="0"/>
              <a:buChar char="•"/>
            </a:pPr>
            <a:r>
              <a:rPr lang="en-US" sz="1800"/>
              <a:t>Detailed calculus is here: </a:t>
            </a:r>
            <a:r>
              <a:rPr lang="en-US" sz="1800">
                <a:ea typeface="+mn-lt"/>
                <a:cs typeface="+mn-lt"/>
                <a:hlinkClick r:id="rId3"/>
              </a:rPr>
              <a:t>ConfidenceIntervals</a:t>
            </a:r>
            <a:endParaRPr lang="en-US" sz="1800"/>
          </a:p>
        </p:txBody>
      </p:sp>
      <p:pic>
        <p:nvPicPr>
          <p:cNvPr id="7" name="Picture Placeholder 6" descr="A graph with a line&#10;&#10;Description automatically generated">
            <a:extLst>
              <a:ext uri="{FF2B5EF4-FFF2-40B4-BE49-F238E27FC236}">
                <a16:creationId xmlns:a16="http://schemas.microsoft.com/office/drawing/2014/main" id="{3ACC3EFD-B720-ACAF-16C3-77B80AEBE507}"/>
              </a:ext>
            </a:extLst>
          </p:cNvPr>
          <p:cNvPicPr>
            <a:picLocks noGrp="1" noChangeAspect="1"/>
          </p:cNvPicPr>
          <p:nvPr>
            <p:ph type="pic" idx="1"/>
          </p:nvPr>
        </p:nvPicPr>
        <p:blipFill rotWithShape="1">
          <a:blip r:embed="rId4"/>
          <a:srcRect t="377" r="3" b="3"/>
          <a:stretch/>
        </p:blipFill>
        <p:spPr>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effectLst>
            <a:outerShdw blurRad="50800" dist="38100" dir="10800000" algn="r" rotWithShape="0">
              <a:schemeClr val="bg1">
                <a:lumMod val="85000"/>
                <a:alpha val="30000"/>
              </a:schemeClr>
            </a:outerShdw>
          </a:effectLst>
        </p:spPr>
      </p:pic>
      <p:sp>
        <p:nvSpPr>
          <p:cNvPr id="4" name="Slide Number Placeholder 3">
            <a:extLst>
              <a:ext uri="{FF2B5EF4-FFF2-40B4-BE49-F238E27FC236}">
                <a16:creationId xmlns:a16="http://schemas.microsoft.com/office/drawing/2014/main" id="{98121230-8713-1666-914E-7AAA0E70C436}"/>
              </a:ext>
            </a:extLst>
          </p:cNvPr>
          <p:cNvSpPr>
            <a:spLocks noGrp="1"/>
          </p:cNvSpPr>
          <p:nvPr>
            <p:ph type="sldNum" sz="quarter" idx="12"/>
          </p:nvPr>
        </p:nvSpPr>
        <p:spPr/>
        <p:txBody>
          <a:bodyPr/>
          <a:lstStyle/>
          <a:p>
            <a:fld id="{330EA680-D336-4FF7-8B7A-9848BB0A1C32}" type="slidenum">
              <a:rPr lang="en-US" smtClean="0"/>
              <a:t>13</a:t>
            </a:fld>
            <a:endParaRPr lang="en-US"/>
          </a:p>
        </p:txBody>
      </p:sp>
    </p:spTree>
    <p:extLst>
      <p:ext uri="{BB962C8B-B14F-4D97-AF65-F5344CB8AC3E}">
        <p14:creationId xmlns:p14="http://schemas.microsoft.com/office/powerpoint/2010/main" val="686260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609BEB-E5E0-0589-37FA-A8FC6CC5C8E3}"/>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Interesting spin-off results </a:t>
            </a:r>
          </a:p>
        </p:txBody>
      </p:sp>
      <p:pic>
        <p:nvPicPr>
          <p:cNvPr id="5" name="Content Placeholder 4" descr="A diagram of a model of ptsd&#10;&#10;Description automatically generated">
            <a:extLst>
              <a:ext uri="{FF2B5EF4-FFF2-40B4-BE49-F238E27FC236}">
                <a16:creationId xmlns:a16="http://schemas.microsoft.com/office/drawing/2014/main" id="{7BE86C16-913B-2824-E9D4-37E26013D433}"/>
              </a:ext>
            </a:extLst>
          </p:cNvPr>
          <p:cNvPicPr>
            <a:picLocks noGrp="1" noChangeAspect="1"/>
          </p:cNvPicPr>
          <p:nvPr>
            <p:ph idx="1"/>
          </p:nvPr>
        </p:nvPicPr>
        <p:blipFill>
          <a:blip r:embed="rId3"/>
          <a:stretch>
            <a:fillRect/>
          </a:stretch>
        </p:blipFill>
        <p:spPr>
          <a:xfrm>
            <a:off x="432225" y="2025980"/>
            <a:ext cx="11327549" cy="4332786"/>
          </a:xfrm>
          <a:prstGeom prst="rect">
            <a:avLst/>
          </a:prstGeom>
        </p:spPr>
      </p:pic>
      <p:sp>
        <p:nvSpPr>
          <p:cNvPr id="6" name="Slide Number Placeholder 5">
            <a:extLst>
              <a:ext uri="{FF2B5EF4-FFF2-40B4-BE49-F238E27FC236}">
                <a16:creationId xmlns:a16="http://schemas.microsoft.com/office/drawing/2014/main" id="{3DCE6A3E-9156-C843-BB67-28DA8390D9B6}"/>
              </a:ext>
            </a:extLst>
          </p:cNvPr>
          <p:cNvSpPr>
            <a:spLocks noGrp="1"/>
          </p:cNvSpPr>
          <p:nvPr>
            <p:ph type="sldNum" sz="quarter" idx="12"/>
          </p:nvPr>
        </p:nvSpPr>
        <p:spPr/>
        <p:txBody>
          <a:bodyPr/>
          <a:lstStyle/>
          <a:p>
            <a:fld id="{330EA680-D336-4FF7-8B7A-9848BB0A1C32}" type="slidenum">
              <a:rPr lang="en-US" smtClean="0"/>
              <a:t>14</a:t>
            </a:fld>
            <a:endParaRPr lang="en-US"/>
          </a:p>
        </p:txBody>
      </p:sp>
    </p:spTree>
    <p:extLst>
      <p:ext uri="{BB962C8B-B14F-4D97-AF65-F5344CB8AC3E}">
        <p14:creationId xmlns:p14="http://schemas.microsoft.com/office/powerpoint/2010/main" val="3845657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4A7C9-FE16-E9AC-7358-87D4A96C1766}"/>
              </a:ext>
            </a:extLst>
          </p:cNvPr>
          <p:cNvSpPr>
            <a:spLocks noGrp="1"/>
          </p:cNvSpPr>
          <p:nvPr>
            <p:ph type="title"/>
          </p:nvPr>
        </p:nvSpPr>
        <p:spPr/>
        <p:txBody>
          <a:bodyPr/>
          <a:lstStyle/>
          <a:p>
            <a:r>
              <a:rPr lang="en-US">
                <a:ea typeface="+mj-lt"/>
                <a:cs typeface="+mj-lt"/>
              </a:rPr>
              <a:t>Depression ~ Daily stressors </a:t>
            </a:r>
            <a:endParaRPr lang="en-US"/>
          </a:p>
        </p:txBody>
      </p:sp>
      <p:sp>
        <p:nvSpPr>
          <p:cNvPr id="3" name="Content Placeholder 2">
            <a:extLst>
              <a:ext uri="{FF2B5EF4-FFF2-40B4-BE49-F238E27FC236}">
                <a16:creationId xmlns:a16="http://schemas.microsoft.com/office/drawing/2014/main" id="{02F78BE1-EA4B-FE44-586E-73FC0C84C5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54EC33-8F97-9262-5BC4-BC4FEA98C171}"/>
              </a:ext>
            </a:extLst>
          </p:cNvPr>
          <p:cNvSpPr>
            <a:spLocks noGrp="1"/>
          </p:cNvSpPr>
          <p:nvPr>
            <p:ph type="sldNum" sz="quarter" idx="12"/>
          </p:nvPr>
        </p:nvSpPr>
        <p:spPr/>
        <p:txBody>
          <a:bodyPr/>
          <a:lstStyle/>
          <a:p>
            <a:fld id="{330EA680-D336-4FF7-8B7A-9848BB0A1C32}" type="slidenum">
              <a:rPr lang="en-US" smtClean="0"/>
              <a:t>15</a:t>
            </a:fld>
            <a:endParaRPr lang="en-US"/>
          </a:p>
        </p:txBody>
      </p:sp>
    </p:spTree>
    <p:extLst>
      <p:ext uri="{BB962C8B-B14F-4D97-AF65-F5344CB8AC3E}">
        <p14:creationId xmlns:p14="http://schemas.microsoft.com/office/powerpoint/2010/main" val="988844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50595-6CB3-63E4-255A-F87669BFB744}"/>
              </a:ext>
            </a:extLst>
          </p:cNvPr>
          <p:cNvSpPr>
            <a:spLocks noGrp="1"/>
          </p:cNvSpPr>
          <p:nvPr>
            <p:ph type="title"/>
          </p:nvPr>
        </p:nvSpPr>
        <p:spPr/>
        <p:txBody>
          <a:bodyPr/>
          <a:lstStyle/>
          <a:p>
            <a:r>
              <a:rPr lang="en-US">
                <a:ea typeface="+mj-lt"/>
                <a:cs typeface="+mj-lt"/>
              </a:rPr>
              <a:t>Pairwise correlation of columns.</a:t>
            </a:r>
            <a:endParaRPr lang="en-US"/>
          </a:p>
        </p:txBody>
      </p:sp>
      <p:pic>
        <p:nvPicPr>
          <p:cNvPr id="6" name="Picture Placeholder 5" descr="A screenshot of a graph&#10;&#10;Description automatically generated">
            <a:extLst>
              <a:ext uri="{FF2B5EF4-FFF2-40B4-BE49-F238E27FC236}">
                <a16:creationId xmlns:a16="http://schemas.microsoft.com/office/drawing/2014/main" id="{AAB68810-5825-67BC-0661-5C03DFE69028}"/>
              </a:ext>
            </a:extLst>
          </p:cNvPr>
          <p:cNvPicPr>
            <a:picLocks noGrp="1" noChangeAspect="1"/>
          </p:cNvPicPr>
          <p:nvPr>
            <p:ph type="pic" idx="1"/>
          </p:nvPr>
        </p:nvPicPr>
        <p:blipFill>
          <a:blip r:embed="rId3"/>
          <a:srcRect t="12619" b="12619"/>
          <a:stretch/>
        </p:blipFill>
        <p:spPr/>
      </p:pic>
      <p:sp>
        <p:nvSpPr>
          <p:cNvPr id="3" name="Text Placeholder 2">
            <a:extLst>
              <a:ext uri="{FF2B5EF4-FFF2-40B4-BE49-F238E27FC236}">
                <a16:creationId xmlns:a16="http://schemas.microsoft.com/office/drawing/2014/main" id="{27A61A61-BFD7-F4BD-F2EE-EA77EF2BF697}"/>
              </a:ext>
            </a:extLst>
          </p:cNvPr>
          <p:cNvSpPr>
            <a:spLocks noGrp="1"/>
          </p:cNvSpPr>
          <p:nvPr>
            <p:ph type="body" sz="half" idx="2"/>
          </p:nvPr>
        </p:nvSpPr>
        <p:spPr/>
        <p:txBody>
          <a:bodyPr vert="horz" lIns="91440" tIns="45720" rIns="91440" bIns="45720" rtlCol="0" anchor="t">
            <a:normAutofit/>
          </a:bodyPr>
          <a:lstStyle/>
          <a:p>
            <a:r>
              <a:rPr lang="en-US">
                <a:ea typeface="+mn-lt"/>
                <a:cs typeface="+mn-lt"/>
                <a:hlinkClick r:id="rId4"/>
              </a:rPr>
              <a:t>Multi-collinearity!! We can see that some features are highly correlated. It is not good. Let’s remove one of the features.</a:t>
            </a:r>
            <a:br>
              <a:rPr lang="en-US"/>
            </a:br>
            <a:endParaRPr lang="en-US">
              <a:ea typeface="+mn-lt"/>
              <a:cs typeface="+mn-lt"/>
            </a:endParaRPr>
          </a:p>
          <a:p>
            <a:r>
              <a:rPr lang="en-US">
                <a:ea typeface="+mn-lt"/>
                <a:cs typeface="+mn-lt"/>
              </a:rPr>
              <a:t>Я </a:t>
            </a:r>
            <a:r>
              <a:rPr lang="en-US" err="1">
                <a:ea typeface="+mn-lt"/>
                <a:cs typeface="+mn-lt"/>
              </a:rPr>
              <a:t>чувствую</a:t>
            </a:r>
            <a:r>
              <a:rPr lang="en-US">
                <a:ea typeface="+mn-lt"/>
                <a:cs typeface="+mn-lt"/>
              </a:rPr>
              <a:t> </a:t>
            </a:r>
            <a:r>
              <a:rPr lang="en-US" err="1">
                <a:ea typeface="+mn-lt"/>
                <a:cs typeface="+mn-lt"/>
              </a:rPr>
              <a:t>как</a:t>
            </a:r>
            <a:r>
              <a:rPr lang="en-US">
                <a:ea typeface="+mn-lt"/>
                <a:cs typeface="+mn-lt"/>
              </a:rPr>
              <a:t> </a:t>
            </a:r>
            <a:r>
              <a:rPr lang="en-US" err="1">
                <a:ea typeface="+mn-lt"/>
                <a:cs typeface="+mn-lt"/>
              </a:rPr>
              <a:t>будто</a:t>
            </a:r>
            <a:r>
              <a:rPr lang="en-US">
                <a:ea typeface="+mn-lt"/>
                <a:cs typeface="+mn-lt"/>
              </a:rPr>
              <a:t> я </a:t>
            </a:r>
            <a:r>
              <a:rPr lang="en-US" err="1">
                <a:ea typeface="+mn-lt"/>
                <a:cs typeface="+mn-lt"/>
              </a:rPr>
              <a:t>бросил</a:t>
            </a:r>
            <a:r>
              <a:rPr lang="en-US">
                <a:ea typeface="+mn-lt"/>
                <a:cs typeface="+mn-lt"/>
              </a:rPr>
              <a:t> </a:t>
            </a:r>
            <a:r>
              <a:rPr lang="en-US" err="1">
                <a:ea typeface="+mn-lt"/>
                <a:cs typeface="+mn-lt"/>
              </a:rPr>
              <a:t>свою</a:t>
            </a:r>
            <a:r>
              <a:rPr lang="en-US">
                <a:ea typeface="+mn-lt"/>
                <a:cs typeface="+mn-lt"/>
              </a:rPr>
              <a:t> </a:t>
            </a:r>
            <a:r>
              <a:rPr lang="en-US" err="1">
                <a:ea typeface="+mn-lt"/>
                <a:cs typeface="+mn-lt"/>
              </a:rPr>
              <a:t>семью</a:t>
            </a:r>
            <a:r>
              <a:rPr lang="en-US">
                <a:ea typeface="+mn-lt"/>
                <a:cs typeface="+mn-lt"/>
              </a:rPr>
              <a:t>. ≠ I feel like I have abandoned my family. Wrong translation</a:t>
            </a:r>
            <a:endParaRPr lang="en-US"/>
          </a:p>
        </p:txBody>
      </p:sp>
      <p:sp>
        <p:nvSpPr>
          <p:cNvPr id="4" name="Slide Number Placeholder 3">
            <a:extLst>
              <a:ext uri="{FF2B5EF4-FFF2-40B4-BE49-F238E27FC236}">
                <a16:creationId xmlns:a16="http://schemas.microsoft.com/office/drawing/2014/main" id="{BD8A269A-8BC3-082A-2F3E-3F9C2ABD8AC1}"/>
              </a:ext>
            </a:extLst>
          </p:cNvPr>
          <p:cNvSpPr>
            <a:spLocks noGrp="1"/>
          </p:cNvSpPr>
          <p:nvPr>
            <p:ph type="sldNum" sz="quarter" idx="12"/>
          </p:nvPr>
        </p:nvSpPr>
        <p:spPr/>
        <p:txBody>
          <a:bodyPr/>
          <a:lstStyle/>
          <a:p>
            <a:fld id="{330EA680-D336-4FF7-8B7A-9848BB0A1C32}" type="slidenum">
              <a:rPr lang="en-US" smtClean="0"/>
              <a:t>16</a:t>
            </a:fld>
            <a:endParaRPr lang="en-US"/>
          </a:p>
        </p:txBody>
      </p:sp>
      <p:pic>
        <p:nvPicPr>
          <p:cNvPr id="7" name="Picture 6" descr="A logo for a company&#10;&#10;Description automatically generated">
            <a:extLst>
              <a:ext uri="{FF2B5EF4-FFF2-40B4-BE49-F238E27FC236}">
                <a16:creationId xmlns:a16="http://schemas.microsoft.com/office/drawing/2014/main" id="{9A09A94C-EB5D-014A-5BD2-67E333C336E4}"/>
              </a:ext>
            </a:extLst>
          </p:cNvPr>
          <p:cNvPicPr>
            <a:picLocks noChangeAspect="1"/>
          </p:cNvPicPr>
          <p:nvPr/>
        </p:nvPicPr>
        <p:blipFill>
          <a:blip r:embed="rId5"/>
          <a:stretch>
            <a:fillRect/>
          </a:stretch>
        </p:blipFill>
        <p:spPr>
          <a:xfrm>
            <a:off x="3289414" y="3778988"/>
            <a:ext cx="1497061" cy="1568371"/>
          </a:xfrm>
          <a:prstGeom prst="rect">
            <a:avLst/>
          </a:prstGeom>
        </p:spPr>
      </p:pic>
    </p:spTree>
    <p:extLst>
      <p:ext uri="{BB962C8B-B14F-4D97-AF65-F5344CB8AC3E}">
        <p14:creationId xmlns:p14="http://schemas.microsoft.com/office/powerpoint/2010/main" val="2115482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4D7F0-5CC7-0471-313E-077CC59C0BB2}"/>
              </a:ext>
            </a:extLst>
          </p:cNvPr>
          <p:cNvSpPr>
            <a:spLocks noGrp="1"/>
          </p:cNvSpPr>
          <p:nvPr>
            <p:ph type="title"/>
          </p:nvPr>
        </p:nvSpPr>
        <p:spPr/>
        <p:txBody>
          <a:bodyPr vert="horz" lIns="91440" tIns="45720" rIns="91440" bIns="45720" rtlCol="0" anchor="t">
            <a:normAutofit/>
          </a:bodyPr>
          <a:lstStyle/>
          <a:p>
            <a:r>
              <a:rPr lang="en-US" sz="3600"/>
              <a:t>Features</a:t>
            </a:r>
            <a:r>
              <a:rPr lang="en-US" sz="3600" kern="1200">
                <a:latin typeface="+mj-lt"/>
                <a:ea typeface="+mj-ea"/>
                <a:cs typeface="+mj-cs"/>
              </a:rPr>
              <a:t> with less than 0.08 p-value in APA format.</a:t>
            </a:r>
          </a:p>
        </p:txBody>
      </p:sp>
      <p:graphicFrame>
        <p:nvGraphicFramePr>
          <p:cNvPr id="6" name="Content Placeholder 5">
            <a:extLst>
              <a:ext uri="{FF2B5EF4-FFF2-40B4-BE49-F238E27FC236}">
                <a16:creationId xmlns:a16="http://schemas.microsoft.com/office/drawing/2014/main" id="{AAD67D5E-49CD-1DC8-7435-AC194E8ED94C}"/>
              </a:ext>
            </a:extLst>
          </p:cNvPr>
          <p:cNvGraphicFramePr>
            <a:graphicFrameLocks noGrp="1"/>
          </p:cNvGraphicFramePr>
          <p:nvPr>
            <p:ph idx="1"/>
            <p:extLst>
              <p:ext uri="{D42A27DB-BD31-4B8C-83A1-F6EECF244321}">
                <p14:modId xmlns:p14="http://schemas.microsoft.com/office/powerpoint/2010/main" val="32935771"/>
              </p:ext>
            </p:extLst>
          </p:nvPr>
        </p:nvGraphicFramePr>
        <p:xfrm>
          <a:off x="5183188" y="987425"/>
          <a:ext cx="6172198" cy="5176051"/>
        </p:xfrm>
        <a:graphic>
          <a:graphicData uri="http://schemas.openxmlformats.org/drawingml/2006/table">
            <a:tbl>
              <a:tblPr firstRow="1" bandRow="1">
                <a:noFill/>
                <a:tableStyleId>{5C22544A-7EE6-4342-B048-85BDC9FD1C3A}</a:tableStyleId>
              </a:tblPr>
              <a:tblGrid>
                <a:gridCol w="3455140">
                  <a:extLst>
                    <a:ext uri="{9D8B030D-6E8A-4147-A177-3AD203B41FA5}">
                      <a16:colId xmlns:a16="http://schemas.microsoft.com/office/drawing/2014/main" val="3383112321"/>
                    </a:ext>
                  </a:extLst>
                </a:gridCol>
                <a:gridCol w="882696">
                  <a:extLst>
                    <a:ext uri="{9D8B030D-6E8A-4147-A177-3AD203B41FA5}">
                      <a16:colId xmlns:a16="http://schemas.microsoft.com/office/drawing/2014/main" val="267584501"/>
                    </a:ext>
                  </a:extLst>
                </a:gridCol>
                <a:gridCol w="436343">
                  <a:extLst>
                    <a:ext uri="{9D8B030D-6E8A-4147-A177-3AD203B41FA5}">
                      <a16:colId xmlns:a16="http://schemas.microsoft.com/office/drawing/2014/main" val="2448994432"/>
                    </a:ext>
                  </a:extLst>
                </a:gridCol>
                <a:gridCol w="480838">
                  <a:extLst>
                    <a:ext uri="{9D8B030D-6E8A-4147-A177-3AD203B41FA5}">
                      <a16:colId xmlns:a16="http://schemas.microsoft.com/office/drawing/2014/main" val="708694721"/>
                    </a:ext>
                  </a:extLst>
                </a:gridCol>
                <a:gridCol w="480838">
                  <a:extLst>
                    <a:ext uri="{9D8B030D-6E8A-4147-A177-3AD203B41FA5}">
                      <a16:colId xmlns:a16="http://schemas.microsoft.com/office/drawing/2014/main" val="106002081"/>
                    </a:ext>
                  </a:extLst>
                </a:gridCol>
                <a:gridCol w="436343">
                  <a:extLst>
                    <a:ext uri="{9D8B030D-6E8A-4147-A177-3AD203B41FA5}">
                      <a16:colId xmlns:a16="http://schemas.microsoft.com/office/drawing/2014/main" val="3467102706"/>
                    </a:ext>
                  </a:extLst>
                </a:gridCol>
              </a:tblGrid>
              <a:tr h="342744">
                <a:tc>
                  <a:txBody>
                    <a:bodyPr/>
                    <a:lstStyle/>
                    <a:p>
                      <a:pPr algn="l"/>
                      <a:endParaRPr lang="en-US" sz="1400" b="0" cap="none" spc="0">
                        <a:solidFill>
                          <a:schemeClr val="tx1"/>
                        </a:solidFill>
                        <a:effectLst/>
                        <a:latin typeface="Liberation Sans"/>
                      </a:endParaRPr>
                    </a:p>
                  </a:txBody>
                  <a:tcPr marL="40554" marR="40554" marT="12907" marB="81107" anchor="b">
                    <a:lnL w="12700" cmpd="sng">
                      <a:noFill/>
                      <a:prstDash val="solid"/>
                    </a:lnL>
                    <a:lnR w="12700" cmpd="sng">
                      <a:noFill/>
                      <a:prstDash val="solid"/>
                    </a:lnR>
                    <a:lnT w="12700" cap="flat" cmpd="sng" algn="ctr">
                      <a:solidFill>
                        <a:schemeClr val="accent1"/>
                      </a:solidFill>
                      <a:prstDash val="solid"/>
                    </a:lnT>
                    <a:lnB w="12700" cmpd="sng">
                      <a:noFill/>
                      <a:prstDash val="solid"/>
                    </a:lnB>
                    <a:noFill/>
                  </a:tcPr>
                </a:tc>
                <a:tc>
                  <a:txBody>
                    <a:bodyPr/>
                    <a:lstStyle/>
                    <a:p>
                      <a:pPr algn="l"/>
                      <a:r>
                        <a:rPr lang="en-US" sz="1400" b="0" cap="none" spc="0">
                          <a:solidFill>
                            <a:schemeClr val="tx1"/>
                          </a:solidFill>
                          <a:effectLst/>
                          <a:latin typeface="Liberation Sans"/>
                        </a:rPr>
                        <a:t>Estimate</a:t>
                      </a:r>
                    </a:p>
                  </a:txBody>
                  <a:tcPr marL="40554" marR="40554" marT="12907" marB="81107" anchor="b">
                    <a:lnL w="12700" cmpd="sng">
                      <a:noFill/>
                      <a:prstDash val="solid"/>
                    </a:lnL>
                    <a:lnR w="12700" cmpd="sng">
                      <a:noFill/>
                      <a:prstDash val="solid"/>
                    </a:lnR>
                    <a:lnT w="12700" cap="flat" cmpd="sng" algn="ctr">
                      <a:solidFill>
                        <a:schemeClr val="accent1"/>
                      </a:solidFill>
                      <a:prstDash val="solid"/>
                    </a:lnT>
                    <a:lnB w="12700" cmpd="sng">
                      <a:noFill/>
                      <a:prstDash val="solid"/>
                    </a:lnB>
                    <a:noFill/>
                  </a:tcPr>
                </a:tc>
                <a:tc>
                  <a:txBody>
                    <a:bodyPr/>
                    <a:lstStyle/>
                    <a:p>
                      <a:pPr algn="l"/>
                      <a:r>
                        <a:rPr lang="en-US" sz="1400" b="0" cap="none" spc="0">
                          <a:solidFill>
                            <a:schemeClr val="tx1"/>
                          </a:solidFill>
                          <a:effectLst/>
                          <a:latin typeface="Liberation Sans"/>
                        </a:rPr>
                        <a:t>SE</a:t>
                      </a:r>
                    </a:p>
                  </a:txBody>
                  <a:tcPr marL="40554" marR="40554" marT="12907" marB="81107" anchor="b">
                    <a:lnL w="12700" cmpd="sng">
                      <a:noFill/>
                      <a:prstDash val="solid"/>
                    </a:lnL>
                    <a:lnR w="12700" cmpd="sng">
                      <a:noFill/>
                      <a:prstDash val="solid"/>
                    </a:lnR>
                    <a:lnT w="12700" cap="flat" cmpd="sng" algn="ctr">
                      <a:solidFill>
                        <a:schemeClr val="accent1"/>
                      </a:solidFill>
                      <a:prstDash val="solid"/>
                    </a:lnT>
                    <a:lnB w="12700" cmpd="sng">
                      <a:noFill/>
                      <a:prstDash val="solid"/>
                    </a:lnB>
                    <a:noFill/>
                  </a:tcPr>
                </a:tc>
                <a:tc>
                  <a:txBody>
                    <a:bodyPr/>
                    <a:lstStyle/>
                    <a:p>
                      <a:pPr algn="l"/>
                      <a:r>
                        <a:rPr lang="en-US" sz="1400" b="0" cap="none" spc="0">
                          <a:solidFill>
                            <a:schemeClr val="tx1"/>
                          </a:solidFill>
                          <a:effectLst/>
                          <a:latin typeface="Liberation Sans"/>
                        </a:rPr>
                        <a:t>LL</a:t>
                      </a:r>
                    </a:p>
                  </a:txBody>
                  <a:tcPr marL="40554" marR="40554" marT="12907" marB="81107" anchor="b">
                    <a:lnL w="12700" cmpd="sng">
                      <a:noFill/>
                      <a:prstDash val="solid"/>
                    </a:lnL>
                    <a:lnR w="12700" cmpd="sng">
                      <a:noFill/>
                      <a:prstDash val="solid"/>
                    </a:lnR>
                    <a:lnT w="12700" cap="flat" cmpd="sng" algn="ctr">
                      <a:solidFill>
                        <a:schemeClr val="accent1"/>
                      </a:solidFill>
                      <a:prstDash val="solid"/>
                    </a:lnT>
                    <a:lnB w="12700" cmpd="sng">
                      <a:noFill/>
                      <a:prstDash val="solid"/>
                    </a:lnB>
                    <a:noFill/>
                  </a:tcPr>
                </a:tc>
                <a:tc>
                  <a:txBody>
                    <a:bodyPr/>
                    <a:lstStyle/>
                    <a:p>
                      <a:pPr algn="l"/>
                      <a:r>
                        <a:rPr lang="en-US" sz="1400" b="0" cap="none" spc="0">
                          <a:solidFill>
                            <a:schemeClr val="tx1"/>
                          </a:solidFill>
                          <a:effectLst/>
                          <a:latin typeface="Liberation Sans"/>
                        </a:rPr>
                        <a:t>UL</a:t>
                      </a:r>
                    </a:p>
                  </a:txBody>
                  <a:tcPr marL="40554" marR="40554" marT="12907" marB="81107" anchor="b">
                    <a:lnL w="12700" cmpd="sng">
                      <a:noFill/>
                      <a:prstDash val="solid"/>
                    </a:lnL>
                    <a:lnR w="12700" cmpd="sng">
                      <a:noFill/>
                      <a:prstDash val="solid"/>
                    </a:lnR>
                    <a:lnT w="12700" cap="flat" cmpd="sng" algn="ctr">
                      <a:solidFill>
                        <a:schemeClr val="accent1"/>
                      </a:solidFill>
                      <a:prstDash val="solid"/>
                    </a:lnT>
                    <a:lnB w="12700" cmpd="sng">
                      <a:noFill/>
                      <a:prstDash val="solid"/>
                    </a:lnB>
                    <a:noFill/>
                  </a:tcPr>
                </a:tc>
                <a:tc>
                  <a:txBody>
                    <a:bodyPr/>
                    <a:lstStyle/>
                    <a:p>
                      <a:pPr algn="l"/>
                      <a:r>
                        <a:rPr lang="en-US" sz="1400" b="0" cap="none" spc="0">
                          <a:solidFill>
                            <a:schemeClr val="tx1"/>
                          </a:solidFill>
                          <a:effectLst/>
                          <a:latin typeface="Liberation Sans"/>
                        </a:rPr>
                        <a:t>p</a:t>
                      </a:r>
                    </a:p>
                  </a:txBody>
                  <a:tcPr marL="40554" marR="40554" marT="12907" marB="81107" anchor="b">
                    <a:lnL w="12700" cmpd="sng">
                      <a:noFill/>
                      <a:prstDash val="solid"/>
                    </a:lnL>
                    <a:lnR w="12700" cmpd="sng">
                      <a:noFill/>
                      <a:prstDash val="solid"/>
                    </a:lnR>
                    <a:lnT w="12700" cap="flat" cmpd="sng" algn="ctr">
                      <a:solidFill>
                        <a:schemeClr val="accent1"/>
                      </a:solidFill>
                      <a:prstDash val="solid"/>
                    </a:lnT>
                    <a:lnB w="12700" cmpd="sng">
                      <a:noFill/>
                      <a:prstDash val="solid"/>
                    </a:lnB>
                    <a:noFill/>
                  </a:tcPr>
                </a:tc>
                <a:extLst>
                  <a:ext uri="{0D108BD9-81ED-4DB2-BD59-A6C34878D82A}">
                    <a16:rowId xmlns:a16="http://schemas.microsoft.com/office/drawing/2014/main" val="3653797204"/>
                  </a:ext>
                </a:extLst>
              </a:tr>
              <a:tr h="288673">
                <a:tc>
                  <a:txBody>
                    <a:bodyPr/>
                    <a:lstStyle/>
                    <a:p>
                      <a:pPr algn="l"/>
                      <a:r>
                        <a:rPr lang="en-US" sz="1100" cap="none" spc="0">
                          <a:solidFill>
                            <a:schemeClr val="tx1"/>
                          </a:solidFill>
                          <a:effectLst/>
                          <a:latin typeface="Liberation Sans"/>
                        </a:rPr>
                        <a:t>const</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3.23</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0.36</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2.5</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3.96</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2904020063"/>
                  </a:ext>
                </a:extLst>
              </a:tr>
              <a:tr h="450888">
                <a:tc>
                  <a:txBody>
                    <a:bodyPr/>
                    <a:lstStyle/>
                    <a:p>
                      <a:pPr algn="l"/>
                      <a:r>
                        <a:rPr lang="az-Cyrl-AZ" sz="1100" cap="none" spc="0">
                          <a:solidFill>
                            <a:schemeClr val="tx1"/>
                          </a:solidFill>
                          <a:effectLst/>
                          <a:latin typeface="Liberation Sans"/>
                        </a:rPr>
                        <a:t>Я не доверяю людям в этой стране. / </a:t>
                      </a:r>
                      <a:r>
                        <a:rPr lang="en-US" sz="1100" cap="none" spc="0">
                          <a:solidFill>
                            <a:schemeClr val="tx1"/>
                          </a:solidFill>
                          <a:effectLst/>
                          <a:latin typeface="Liberation Sans"/>
                        </a:rPr>
                        <a:t>I do not trust the people of this country.</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-0.14</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0.08</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-0.3</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0.01</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0.07</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661583068"/>
                  </a:ext>
                </a:extLst>
              </a:tr>
              <a:tr h="450888">
                <a:tc>
                  <a:txBody>
                    <a:bodyPr/>
                    <a:lstStyle/>
                    <a:p>
                      <a:pPr algn="l"/>
                      <a:r>
                        <a:rPr lang="az-Cyrl-AZ" sz="1100" cap="none" spc="0">
                          <a:solidFill>
                            <a:schemeClr val="tx1"/>
                          </a:solidFill>
                          <a:effectLst/>
                          <a:latin typeface="Liberation Sans"/>
                        </a:rPr>
                        <a:t>Я скучаю по атмосфере моего родного города (села). / </a:t>
                      </a:r>
                      <a:r>
                        <a:rPr lang="en-US" sz="1100" cap="none" spc="0">
                          <a:solidFill>
                            <a:schemeClr val="tx1"/>
                          </a:solidFill>
                          <a:effectLst/>
                          <a:latin typeface="Liberation Sans"/>
                        </a:rPr>
                        <a:t>I miss the atmosphere of my hometown.</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-0.25</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0.09</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-0.42</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-0.07</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0.01</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3309116236"/>
                  </a:ext>
                </a:extLst>
              </a:tr>
              <a:tr h="613102">
                <a:tc>
                  <a:txBody>
                    <a:bodyPr/>
                    <a:lstStyle/>
                    <a:p>
                      <a:pPr algn="l"/>
                      <a:r>
                        <a:rPr lang="az-Cyrl-AZ" sz="1100" cap="none" spc="0">
                          <a:solidFill>
                            <a:schemeClr val="tx1"/>
                          </a:solidFill>
                          <a:effectLst/>
                          <a:latin typeface="Liberation Sans"/>
                        </a:rPr>
                        <a:t>Социум постоянно напоминает мне, что я иммигрант. / </a:t>
                      </a:r>
                      <a:r>
                        <a:rPr lang="en-US" sz="1100" cap="none" spc="0">
                          <a:solidFill>
                            <a:schemeClr val="tx1"/>
                          </a:solidFill>
                          <a:effectLst/>
                          <a:latin typeface="Liberation Sans"/>
                        </a:rPr>
                        <a:t>Society constantly reminds you that you are an immigrant.</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0.24</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0.09</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0.06</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0.41</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0.01</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248877825"/>
                  </a:ext>
                </a:extLst>
              </a:tr>
              <a:tr h="450888">
                <a:tc>
                  <a:txBody>
                    <a:bodyPr/>
                    <a:lstStyle/>
                    <a:p>
                      <a:pPr algn="l"/>
                      <a:r>
                        <a:rPr lang="az-Cyrl-AZ" sz="1100" cap="none" spc="0">
                          <a:solidFill>
                            <a:schemeClr val="tx1"/>
                          </a:solidFill>
                          <a:effectLst/>
                          <a:latin typeface="Liberation Sans"/>
                        </a:rPr>
                        <a:t>У меня слишком много обязанностей. / </a:t>
                      </a:r>
                      <a:r>
                        <a:rPr lang="en-US" sz="1100" cap="none" spc="0">
                          <a:solidFill>
                            <a:schemeClr val="tx1"/>
                          </a:solidFill>
                          <a:effectLst/>
                          <a:latin typeface="Liberation Sans"/>
                        </a:rPr>
                        <a:t>I have too many responsibilities.</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-0.38</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0.1</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-0.58</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-0.19</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1090478588"/>
                  </a:ext>
                </a:extLst>
              </a:tr>
              <a:tr h="450888">
                <a:tc>
                  <a:txBody>
                    <a:bodyPr/>
                    <a:lstStyle/>
                    <a:p>
                      <a:pPr algn="l"/>
                      <a:r>
                        <a:rPr lang="az-Cyrl-AZ" sz="1100" cap="none" spc="0">
                          <a:solidFill>
                            <a:schemeClr val="tx1"/>
                          </a:solidFill>
                          <a:effectLst/>
                          <a:latin typeface="Liberation Sans"/>
                        </a:rPr>
                        <a:t>Я не чувствую себя здесь принятым. / </a:t>
                      </a:r>
                      <a:r>
                        <a:rPr lang="en-US" sz="1100" cap="none" spc="0">
                          <a:solidFill>
                            <a:schemeClr val="tx1"/>
                          </a:solidFill>
                          <a:effectLst/>
                          <a:latin typeface="Liberation Sans"/>
                        </a:rPr>
                        <a:t>I do not feel accepted here.</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-0.21</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0.11</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-0.43</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0.01</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0.06</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846610978"/>
                  </a:ext>
                </a:extLst>
              </a:tr>
              <a:tr h="450888">
                <a:tc>
                  <a:txBody>
                    <a:bodyPr/>
                    <a:lstStyle/>
                    <a:p>
                      <a:pPr algn="l"/>
                      <a:r>
                        <a:rPr lang="az-Cyrl-AZ" sz="1100" cap="none" spc="0">
                          <a:solidFill>
                            <a:schemeClr val="tx1"/>
                          </a:solidFill>
                          <a:effectLst/>
                          <a:latin typeface="Liberation Sans"/>
                        </a:rPr>
                        <a:t>Я чувствую вину за то, что я оставил свою семью. / </a:t>
                      </a:r>
                      <a:r>
                        <a:rPr lang="en-US" sz="1100" cap="none" spc="0">
                          <a:solidFill>
                            <a:schemeClr val="tx1"/>
                          </a:solidFill>
                          <a:effectLst/>
                          <a:latin typeface="Liberation Sans"/>
                        </a:rPr>
                        <a:t>I feel guilty for having left my family.</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-0.17</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0.08</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-0.33</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-0.01</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0.04</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2336064184"/>
                  </a:ext>
                </a:extLst>
              </a:tr>
              <a:tr h="450888">
                <a:tc>
                  <a:txBody>
                    <a:bodyPr/>
                    <a:lstStyle/>
                    <a:p>
                      <a:pPr algn="l"/>
                      <a:r>
                        <a:rPr lang="az-Cyrl-AZ" sz="1100" cap="none" spc="0">
                          <a:solidFill>
                            <a:schemeClr val="tx1"/>
                          </a:solidFill>
                          <a:effectLst/>
                          <a:latin typeface="Liberation Sans"/>
                        </a:rPr>
                        <a:t>Я часто чувствую себя напряженным. / </a:t>
                      </a:r>
                      <a:r>
                        <a:rPr lang="en-US" sz="1100" cap="none" spc="0">
                          <a:solidFill>
                            <a:schemeClr val="tx1"/>
                          </a:solidFill>
                          <a:effectLst/>
                          <a:latin typeface="Liberation Sans"/>
                        </a:rPr>
                        <a:t>I frequently feel tense.</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0.23</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0.11</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0.01</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0.46</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0.04</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292683580"/>
                  </a:ext>
                </a:extLst>
              </a:tr>
              <a:tr h="613102">
                <a:tc>
                  <a:txBody>
                    <a:bodyPr/>
                    <a:lstStyle/>
                    <a:p>
                      <a:pPr algn="l"/>
                      <a:r>
                        <a:rPr lang="az-Cyrl-AZ" sz="1100" cap="none" spc="0">
                          <a:solidFill>
                            <a:schemeClr val="tx1"/>
                          </a:solidFill>
                          <a:effectLst/>
                          <a:latin typeface="Liberation Sans"/>
                        </a:rPr>
                        <a:t>Я чувствую давление от жителей этой страны принять их стиль жизни. / </a:t>
                      </a:r>
                      <a:r>
                        <a:rPr lang="en-US" sz="1100" cap="none" spc="0">
                          <a:solidFill>
                            <a:schemeClr val="tx1"/>
                          </a:solidFill>
                          <a:effectLst/>
                          <a:latin typeface="Liberation Sans"/>
                        </a:rPr>
                        <a:t>I feel pressured by the people of this country to adopt their lifestyle.</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0.28</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0.12</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0.04</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0.52</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r"/>
                      <a:r>
                        <a:rPr lang="en-US" sz="1100" cap="none" spc="0">
                          <a:solidFill>
                            <a:schemeClr val="tx1"/>
                          </a:solidFill>
                          <a:effectLst/>
                          <a:latin typeface="Liberation Sans"/>
                        </a:rPr>
                        <a:t>0.02</a:t>
                      </a:r>
                    </a:p>
                  </a:txBody>
                  <a:tcPr marL="40554" marR="40554" marT="12907" marB="81107" anchor="ctr">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1636149791"/>
                  </a:ext>
                </a:extLst>
              </a:tr>
              <a:tr h="613102">
                <a:tc>
                  <a:txBody>
                    <a:bodyPr/>
                    <a:lstStyle/>
                    <a:p>
                      <a:pPr algn="l"/>
                      <a:r>
                        <a:rPr lang="az-Cyrl-AZ" sz="1100" cap="none" spc="0">
                          <a:solidFill>
                            <a:schemeClr val="tx1"/>
                          </a:solidFill>
                          <a:effectLst/>
                          <a:latin typeface="Liberation Sans"/>
                        </a:rPr>
                        <a:t>Я чувствую, что я никогда не смогу вернуться на родину. / </a:t>
                      </a:r>
                      <a:r>
                        <a:rPr lang="en-US" sz="1100" cap="none" spc="0">
                          <a:solidFill>
                            <a:schemeClr val="tx1"/>
                          </a:solidFill>
                          <a:effectLst/>
                          <a:latin typeface="Liberation Sans"/>
                        </a:rPr>
                        <a:t>I feel like I will never be able to come back to my homeland.</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-0.27</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0.1</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-0.47</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-0.07</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r"/>
                      <a:r>
                        <a:rPr lang="en-US" sz="1100" cap="none" spc="0">
                          <a:solidFill>
                            <a:schemeClr val="tx1"/>
                          </a:solidFill>
                          <a:effectLst/>
                          <a:latin typeface="Liberation Sans"/>
                        </a:rPr>
                        <a:t>0.01</a:t>
                      </a:r>
                    </a:p>
                  </a:txBody>
                  <a:tcPr marL="40554" marR="40554" marT="12907" marB="81107" anchor="ctr">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778444954"/>
                  </a:ext>
                </a:extLst>
              </a:tr>
            </a:tbl>
          </a:graphicData>
        </a:graphic>
      </p:graphicFrame>
      <p:sp>
        <p:nvSpPr>
          <p:cNvPr id="3" name="Text Placeholder 2">
            <a:extLst>
              <a:ext uri="{FF2B5EF4-FFF2-40B4-BE49-F238E27FC236}">
                <a16:creationId xmlns:a16="http://schemas.microsoft.com/office/drawing/2014/main" id="{098A479E-8CC8-23E2-A211-26C40EEEBE04}"/>
              </a:ext>
            </a:extLst>
          </p:cNvPr>
          <p:cNvSpPr>
            <a:spLocks noGrp="1"/>
          </p:cNvSpPr>
          <p:nvPr>
            <p:ph type="body" sz="half" idx="2"/>
          </p:nvPr>
        </p:nvSpPr>
        <p:spPr/>
        <p:txBody>
          <a:bodyPr vert="horz" lIns="91440" tIns="45720" rIns="91440" bIns="45720" rtlCol="0" anchor="t">
            <a:normAutofit/>
          </a:bodyPr>
          <a:lstStyle/>
          <a:p>
            <a:pPr marL="285750" indent="-285750">
              <a:buChar char="•"/>
            </a:pPr>
            <a:r>
              <a:rPr lang="en-US">
                <a:ea typeface="+mn-lt"/>
                <a:cs typeface="+mn-lt"/>
              </a:rPr>
              <a:t>Adjusted Coefficient of determination: 0.56</a:t>
            </a:r>
            <a:endParaRPr lang="en-US"/>
          </a:p>
          <a:p>
            <a:pPr marL="285750" indent="-285750">
              <a:buChar char="•"/>
            </a:pPr>
            <a:r>
              <a:rPr lang="en-US">
                <a:ea typeface="+mn-lt"/>
                <a:cs typeface="+mn-lt"/>
              </a:rPr>
              <a:t>Coefficient of determination: 0.68</a:t>
            </a:r>
            <a:endParaRPr lang="en-US"/>
          </a:p>
          <a:p>
            <a:pPr marL="285750" indent="-285750">
              <a:buChar char="•"/>
            </a:pPr>
            <a:r>
              <a:rPr lang="en-US">
                <a:ea typeface="+mn-lt"/>
                <a:cs typeface="+mn-lt"/>
              </a:rPr>
              <a:t>p-value (F-statistic): 0.00001</a:t>
            </a:r>
          </a:p>
          <a:p>
            <a:endParaRPr lang="en-US"/>
          </a:p>
          <a:p>
            <a:r>
              <a:rPr lang="en-US">
                <a:ea typeface="+mn-lt"/>
                <a:cs typeface="+mn-lt"/>
              </a:rPr>
              <a:t>Coefficient of determination is 0.68, it means that the model explains 68% of the variability of the response data around its mean. The probability, that all the regression coefficients are zero, equals to 0.001%, it means that the model is correct.</a:t>
            </a:r>
            <a:endParaRPr lang="en-US"/>
          </a:p>
        </p:txBody>
      </p:sp>
      <p:sp>
        <p:nvSpPr>
          <p:cNvPr id="5" name="Slide Number Placeholder 4">
            <a:extLst>
              <a:ext uri="{FF2B5EF4-FFF2-40B4-BE49-F238E27FC236}">
                <a16:creationId xmlns:a16="http://schemas.microsoft.com/office/drawing/2014/main" id="{95DDE0C0-D033-18B7-D5E3-7C304A649708}"/>
              </a:ext>
            </a:extLst>
          </p:cNvPr>
          <p:cNvSpPr>
            <a:spLocks noGrp="1"/>
          </p:cNvSpPr>
          <p:nvPr>
            <p:ph type="sldNum" sz="quarter" idx="12"/>
          </p:nvPr>
        </p:nvSpPr>
        <p:spPr/>
        <p:txBody>
          <a:bodyPr vert="horz" lIns="91440" tIns="45720" rIns="91440" bIns="45720" rtlCol="0" anchor="ctr">
            <a:normAutofit/>
          </a:bodyPr>
          <a:lstStyle/>
          <a:p>
            <a:pPr>
              <a:spcAft>
                <a:spcPts val="600"/>
              </a:spcAft>
            </a:pPr>
            <a:fld id="{330EA680-D336-4FF7-8B7A-9848BB0A1C32}" type="slidenum">
              <a:rPr lang="en-US">
                <a:solidFill>
                  <a:schemeClr val="tx1">
                    <a:lumMod val="50000"/>
                    <a:lumOff val="50000"/>
                  </a:schemeClr>
                </a:solidFill>
              </a:rPr>
              <a:pPr>
                <a:spcAft>
                  <a:spcPts val="600"/>
                </a:spcAft>
              </a:pPr>
              <a:t>17</a:t>
            </a:fld>
            <a:endParaRPr lang="en-US">
              <a:solidFill>
                <a:schemeClr val="tx1">
                  <a:lumMod val="50000"/>
                  <a:lumOff val="50000"/>
                </a:schemeClr>
              </a:solidFill>
            </a:endParaRPr>
          </a:p>
        </p:txBody>
      </p:sp>
    </p:spTree>
    <p:extLst>
      <p:ext uri="{BB962C8B-B14F-4D97-AF65-F5344CB8AC3E}">
        <p14:creationId xmlns:p14="http://schemas.microsoft.com/office/powerpoint/2010/main" val="412739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61C65-8006-6B61-7F5B-12FFA655789D}"/>
              </a:ext>
            </a:extLst>
          </p:cNvPr>
          <p:cNvSpPr>
            <a:spLocks noGrp="1"/>
          </p:cNvSpPr>
          <p:nvPr>
            <p:ph type="title"/>
          </p:nvPr>
        </p:nvSpPr>
        <p:spPr/>
        <p:txBody>
          <a:bodyPr/>
          <a:lstStyle/>
          <a:p>
            <a:r>
              <a:rPr lang="en-US">
                <a:ea typeface="+mj-lt"/>
                <a:cs typeface="+mj-lt"/>
              </a:rPr>
              <a:t>Interesting, controversial and unexpected results</a:t>
            </a:r>
            <a:endParaRPr lang="en-US"/>
          </a:p>
        </p:txBody>
      </p:sp>
      <p:sp>
        <p:nvSpPr>
          <p:cNvPr id="3" name="Content Placeholder 2">
            <a:extLst>
              <a:ext uri="{FF2B5EF4-FFF2-40B4-BE49-F238E27FC236}">
                <a16:creationId xmlns:a16="http://schemas.microsoft.com/office/drawing/2014/main" id="{AC5077EC-E86A-B1D0-B545-6A07C9536AA2}"/>
              </a:ext>
            </a:extLst>
          </p:cNvPr>
          <p:cNvSpPr>
            <a:spLocks noGrp="1"/>
          </p:cNvSpPr>
          <p:nvPr>
            <p:ph type="body" idx="1"/>
          </p:nvPr>
        </p:nvSpPr>
        <p:spPr/>
        <p:txBody>
          <a:bodyPr vert="horz" lIns="91440" tIns="45720" rIns="91440" bIns="45720" rtlCol="0" anchor="t">
            <a:normAutofit/>
          </a:bodyPr>
          <a:lstStyle/>
          <a:p>
            <a:r>
              <a:rPr lang="en-US"/>
              <a:t>What we have got, and we do not have.</a:t>
            </a:r>
          </a:p>
        </p:txBody>
      </p:sp>
      <p:sp>
        <p:nvSpPr>
          <p:cNvPr id="4" name="Slide Number Placeholder 3">
            <a:extLst>
              <a:ext uri="{FF2B5EF4-FFF2-40B4-BE49-F238E27FC236}">
                <a16:creationId xmlns:a16="http://schemas.microsoft.com/office/drawing/2014/main" id="{6B520815-EC22-0FA7-0D8D-BF7A14551B3C}"/>
              </a:ext>
            </a:extLst>
          </p:cNvPr>
          <p:cNvSpPr>
            <a:spLocks noGrp="1"/>
          </p:cNvSpPr>
          <p:nvPr>
            <p:ph type="sldNum" sz="quarter" idx="12"/>
          </p:nvPr>
        </p:nvSpPr>
        <p:spPr/>
        <p:txBody>
          <a:bodyPr/>
          <a:lstStyle/>
          <a:p>
            <a:fld id="{330EA680-D336-4FF7-8B7A-9848BB0A1C32}" type="slidenum">
              <a:rPr lang="en-US" smtClean="0"/>
              <a:t>18</a:t>
            </a:fld>
            <a:endParaRPr lang="en-US"/>
          </a:p>
        </p:txBody>
      </p:sp>
    </p:spTree>
    <p:extLst>
      <p:ext uri="{BB962C8B-B14F-4D97-AF65-F5344CB8AC3E}">
        <p14:creationId xmlns:p14="http://schemas.microsoft.com/office/powerpoint/2010/main" val="2919589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CD372-1BC9-0E57-20F9-1CA183E9F73C}"/>
              </a:ext>
            </a:extLst>
          </p:cNvPr>
          <p:cNvSpPr>
            <a:spLocks noGrp="1"/>
          </p:cNvSpPr>
          <p:nvPr>
            <p:ph type="title"/>
          </p:nvPr>
        </p:nvSpPr>
        <p:spPr>
          <a:xfrm>
            <a:off x="7720781" y="1320127"/>
            <a:ext cx="3633019" cy="3049920"/>
          </a:xfrm>
        </p:spPr>
        <p:txBody>
          <a:bodyPr vert="horz" lIns="91440" tIns="45720" rIns="91440" bIns="45720" rtlCol="0" anchor="t">
            <a:normAutofit/>
          </a:bodyPr>
          <a:lstStyle/>
          <a:p>
            <a:r>
              <a:rPr lang="en-US" sz="3600" kern="1200">
                <a:ea typeface="+mj-lt"/>
                <a:cs typeface="+mj-lt"/>
              </a:rPr>
              <a:t>Factors that most </a:t>
            </a:r>
            <a:r>
              <a:rPr lang="en-US" sz="3600">
                <a:ea typeface="+mj-lt"/>
                <a:cs typeface="+mj-lt"/>
              </a:rPr>
              <a:t>effectively </a:t>
            </a:r>
            <a:r>
              <a:rPr lang="en-US" sz="3600" kern="1200">
                <a:ea typeface="+mj-lt"/>
                <a:cs typeface="+mj-lt"/>
              </a:rPr>
              <a:t>reduce depression rates in immigrants.</a:t>
            </a:r>
            <a:endParaRPr lang="en-US">
              <a:ea typeface="+mj-lt"/>
              <a:cs typeface="+mj-lt"/>
            </a:endParaRPr>
          </a:p>
          <a:p>
            <a:endParaRPr lang="en-US">
              <a:ea typeface="+mj-ea"/>
              <a:cs typeface="+mj-cs"/>
            </a:endParaRPr>
          </a:p>
        </p:txBody>
      </p:sp>
      <p:sp>
        <p:nvSpPr>
          <p:cNvPr id="3" name="Text Placeholder 2">
            <a:extLst>
              <a:ext uri="{FF2B5EF4-FFF2-40B4-BE49-F238E27FC236}">
                <a16:creationId xmlns:a16="http://schemas.microsoft.com/office/drawing/2014/main" id="{923CECDE-391F-4DC7-48E6-218A08C17342}"/>
              </a:ext>
            </a:extLst>
          </p:cNvPr>
          <p:cNvSpPr>
            <a:spLocks noGrp="1"/>
          </p:cNvSpPr>
          <p:nvPr>
            <p:ph type="body" sz="half" idx="2"/>
          </p:nvPr>
        </p:nvSpPr>
        <p:spPr>
          <a:xfrm>
            <a:off x="7720780" y="3617149"/>
            <a:ext cx="3633019" cy="2767115"/>
          </a:xfrm>
        </p:spPr>
        <p:txBody>
          <a:bodyPr vert="horz" lIns="91440" tIns="45720" rIns="91440" bIns="45720" rtlCol="0" anchor="ctr">
            <a:normAutofit/>
          </a:bodyPr>
          <a:lstStyle/>
          <a:p>
            <a:r>
              <a:rPr lang="en-US" dirty="0">
                <a:ea typeface="+mn-lt"/>
                <a:cs typeface="+mn-lt"/>
              </a:rPr>
              <a:t>A modern liberal viewpoint suggests that we should respect immigrants' cultures. However, the data indicates that if immigrants feel societal pressure to assimilate and adopt the local lifestyle, it actually reduces depression rates among them.</a:t>
            </a:r>
            <a:endParaRPr lang="en-US" dirty="0"/>
          </a:p>
          <a:p>
            <a:br>
              <a:rPr lang="en-US" dirty="0">
                <a:ea typeface="+mn-lt"/>
                <a:cs typeface="+mn-lt"/>
              </a:rPr>
            </a:br>
            <a:r>
              <a:rPr lang="en-US" dirty="0">
                <a:ea typeface="+mn-lt"/>
                <a:cs typeface="+mn-lt"/>
              </a:rPr>
              <a:t>¯\_(</a:t>
            </a:r>
            <a:r>
              <a:rPr lang="ja-JP" altLang="en-US" dirty="0">
                <a:ea typeface="+mn-lt"/>
                <a:cs typeface="+mn-lt"/>
              </a:rPr>
              <a:t>ツ</a:t>
            </a:r>
            <a:r>
              <a:rPr lang="en-US" dirty="0">
                <a:ea typeface="+mn-lt"/>
                <a:cs typeface="+mn-lt"/>
              </a:rPr>
              <a:t>)_/¯</a:t>
            </a:r>
            <a:endParaRPr lang="en-US" kern="1200" dirty="0">
              <a:latin typeface="+mn-lt"/>
            </a:endParaRPr>
          </a:p>
        </p:txBody>
      </p:sp>
      <p:sp>
        <p:nvSpPr>
          <p:cNvPr id="4" name="Slide Number Placeholder 3">
            <a:extLst>
              <a:ext uri="{FF2B5EF4-FFF2-40B4-BE49-F238E27FC236}">
                <a16:creationId xmlns:a16="http://schemas.microsoft.com/office/drawing/2014/main" id="{BBCF1DDE-1BD1-E214-0E09-5B91553A1E3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330EA680-D336-4FF7-8B7A-9848BB0A1C32}" type="slidenum">
              <a:rPr lang="en-US">
                <a:solidFill>
                  <a:schemeClr val="tx1">
                    <a:lumMod val="50000"/>
                    <a:lumOff val="50000"/>
                  </a:schemeClr>
                </a:solidFill>
              </a:rPr>
              <a:pPr>
                <a:spcAft>
                  <a:spcPts val="600"/>
                </a:spcAft>
              </a:pPr>
              <a:t>19</a:t>
            </a:fld>
            <a:endParaRPr lang="en-US">
              <a:solidFill>
                <a:schemeClr val="tx1">
                  <a:lumMod val="50000"/>
                  <a:lumOff val="50000"/>
                </a:schemeClr>
              </a:solidFill>
            </a:endParaRPr>
          </a:p>
        </p:txBody>
      </p:sp>
      <p:grpSp>
        <p:nvGrpSpPr>
          <p:cNvPr id="12" name="Group 11">
            <a:extLst>
              <a:ext uri="{FF2B5EF4-FFF2-40B4-BE49-F238E27FC236}">
                <a16:creationId xmlns:a16="http://schemas.microsoft.com/office/drawing/2014/main" id="{7E0FE442-FDE7-03A0-48D0-17C4325DB2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3" name="Rectangle 12">
              <a:extLst>
                <a:ext uri="{FF2B5EF4-FFF2-40B4-BE49-F238E27FC236}">
                  <a16:creationId xmlns:a16="http://schemas.microsoft.com/office/drawing/2014/main" id="{45A187A5-6081-1B66-F1E9-CB90253CCB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22D013-AC81-41D9-9EAC-40AF25940B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7" name="Content Placeholder 6">
            <a:extLst>
              <a:ext uri="{FF2B5EF4-FFF2-40B4-BE49-F238E27FC236}">
                <a16:creationId xmlns:a16="http://schemas.microsoft.com/office/drawing/2014/main" id="{9AD88B0B-6CA9-6D67-261B-A06580072032}"/>
              </a:ext>
            </a:extLst>
          </p:cNvPr>
          <p:cNvGraphicFramePr>
            <a:graphicFrameLocks noGrp="1"/>
          </p:cNvGraphicFramePr>
          <p:nvPr>
            <p:ph idx="1"/>
            <p:extLst>
              <p:ext uri="{D42A27DB-BD31-4B8C-83A1-F6EECF244321}">
                <p14:modId xmlns:p14="http://schemas.microsoft.com/office/powerpoint/2010/main" val="1717484833"/>
              </p:ext>
            </p:extLst>
          </p:nvPr>
        </p:nvGraphicFramePr>
        <p:xfrm>
          <a:off x="782090" y="1889465"/>
          <a:ext cx="6787383" cy="2907447"/>
        </p:xfrm>
        <a:graphic>
          <a:graphicData uri="http://schemas.openxmlformats.org/drawingml/2006/table">
            <a:tbl>
              <a:tblPr firstRow="1" bandRow="1">
                <a:noFill/>
                <a:tableStyleId>{5C22544A-7EE6-4342-B048-85BDC9FD1C3A}</a:tableStyleId>
              </a:tblPr>
              <a:tblGrid>
                <a:gridCol w="2798724">
                  <a:extLst>
                    <a:ext uri="{9D8B030D-6E8A-4147-A177-3AD203B41FA5}">
                      <a16:colId xmlns:a16="http://schemas.microsoft.com/office/drawing/2014/main" val="1900733671"/>
                    </a:ext>
                  </a:extLst>
                </a:gridCol>
                <a:gridCol w="999498">
                  <a:extLst>
                    <a:ext uri="{9D8B030D-6E8A-4147-A177-3AD203B41FA5}">
                      <a16:colId xmlns:a16="http://schemas.microsoft.com/office/drawing/2014/main" val="1854033440"/>
                    </a:ext>
                  </a:extLst>
                </a:gridCol>
                <a:gridCol w="650539">
                  <a:extLst>
                    <a:ext uri="{9D8B030D-6E8A-4147-A177-3AD203B41FA5}">
                      <a16:colId xmlns:a16="http://schemas.microsoft.com/office/drawing/2014/main" val="1890232527"/>
                    </a:ext>
                  </a:extLst>
                </a:gridCol>
                <a:gridCol w="650539">
                  <a:extLst>
                    <a:ext uri="{9D8B030D-6E8A-4147-A177-3AD203B41FA5}">
                      <a16:colId xmlns:a16="http://schemas.microsoft.com/office/drawing/2014/main" val="2338432652"/>
                    </a:ext>
                  </a:extLst>
                </a:gridCol>
                <a:gridCol w="650539">
                  <a:extLst>
                    <a:ext uri="{9D8B030D-6E8A-4147-A177-3AD203B41FA5}">
                      <a16:colId xmlns:a16="http://schemas.microsoft.com/office/drawing/2014/main" val="973768460"/>
                    </a:ext>
                  </a:extLst>
                </a:gridCol>
                <a:gridCol w="1037544">
                  <a:extLst>
                    <a:ext uri="{9D8B030D-6E8A-4147-A177-3AD203B41FA5}">
                      <a16:colId xmlns:a16="http://schemas.microsoft.com/office/drawing/2014/main" val="3192792259"/>
                    </a:ext>
                  </a:extLst>
                </a:gridCol>
              </a:tblGrid>
              <a:tr h="381103">
                <a:tc>
                  <a:txBody>
                    <a:bodyPr/>
                    <a:lstStyle/>
                    <a:p>
                      <a:pPr algn="l"/>
                      <a:endParaRPr lang="en-US" sz="1400" b="0" cap="none" spc="0">
                        <a:solidFill>
                          <a:schemeClr val="tx1"/>
                        </a:solidFill>
                        <a:effectLst/>
                        <a:latin typeface="Liberation Sans"/>
                      </a:endParaRPr>
                    </a:p>
                  </a:txBody>
                  <a:tcPr marL="92202" marR="92202" marT="64542" marB="64542" anchor="ctr">
                    <a:lnL w="12700" cmpd="sng">
                      <a:noFill/>
                    </a:lnL>
                    <a:lnR w="12700" cmpd="sng">
                      <a:noFill/>
                    </a:lnR>
                    <a:lnT w="28575" cap="flat" cmpd="sng" algn="ctr">
                      <a:solidFill>
                        <a:schemeClr val="tx1"/>
                      </a:solidFill>
                      <a:prstDash val="solid"/>
                    </a:lnT>
                    <a:lnB w="38100" cmpd="sng">
                      <a:noFill/>
                    </a:lnB>
                    <a:noFill/>
                  </a:tcPr>
                </a:tc>
                <a:tc>
                  <a:txBody>
                    <a:bodyPr/>
                    <a:lstStyle/>
                    <a:p>
                      <a:pPr algn="l"/>
                      <a:r>
                        <a:rPr lang="en-US" sz="1400" b="0" cap="none" spc="0">
                          <a:solidFill>
                            <a:schemeClr val="tx1"/>
                          </a:solidFill>
                          <a:effectLst/>
                          <a:latin typeface="Liberation Sans"/>
                        </a:rPr>
                        <a:t>Estimate</a:t>
                      </a:r>
                    </a:p>
                  </a:txBody>
                  <a:tcPr marL="92202" marR="92202" marT="64542" marB="64542" anchor="ctr">
                    <a:lnL w="12700" cmpd="sng">
                      <a:noFill/>
                    </a:lnL>
                    <a:lnR w="12700" cmpd="sng">
                      <a:noFill/>
                    </a:lnR>
                    <a:lnT w="28575" cap="flat" cmpd="sng" algn="ctr">
                      <a:solidFill>
                        <a:schemeClr val="tx1"/>
                      </a:solidFill>
                      <a:prstDash val="solid"/>
                    </a:lnT>
                    <a:lnB w="38100" cmpd="sng">
                      <a:noFill/>
                    </a:lnB>
                    <a:noFill/>
                  </a:tcPr>
                </a:tc>
                <a:tc>
                  <a:txBody>
                    <a:bodyPr/>
                    <a:lstStyle/>
                    <a:p>
                      <a:pPr algn="l"/>
                      <a:r>
                        <a:rPr lang="en-US" sz="1400" b="0" cap="none" spc="0">
                          <a:solidFill>
                            <a:schemeClr val="tx1"/>
                          </a:solidFill>
                          <a:effectLst/>
                          <a:latin typeface="Liberation Sans"/>
                        </a:rPr>
                        <a:t>SE</a:t>
                      </a:r>
                    </a:p>
                  </a:txBody>
                  <a:tcPr marL="92202" marR="92202" marT="64542" marB="64542" anchor="ctr">
                    <a:lnL w="12700" cmpd="sng">
                      <a:noFill/>
                    </a:lnL>
                    <a:lnR w="12700" cmpd="sng">
                      <a:noFill/>
                    </a:lnR>
                    <a:lnT w="28575" cap="flat" cmpd="sng" algn="ctr">
                      <a:solidFill>
                        <a:schemeClr val="tx1"/>
                      </a:solidFill>
                      <a:prstDash val="solid"/>
                    </a:lnT>
                    <a:lnB w="38100" cmpd="sng">
                      <a:noFill/>
                    </a:lnB>
                    <a:noFill/>
                  </a:tcPr>
                </a:tc>
                <a:tc>
                  <a:txBody>
                    <a:bodyPr/>
                    <a:lstStyle/>
                    <a:p>
                      <a:pPr algn="l"/>
                      <a:r>
                        <a:rPr lang="en-US" sz="1400" b="0" cap="none" spc="0">
                          <a:solidFill>
                            <a:schemeClr val="tx1"/>
                          </a:solidFill>
                          <a:effectLst/>
                          <a:latin typeface="Liberation Sans"/>
                        </a:rPr>
                        <a:t>LL</a:t>
                      </a:r>
                    </a:p>
                  </a:txBody>
                  <a:tcPr marL="92202" marR="92202" marT="64542" marB="64542" anchor="ctr">
                    <a:lnL w="12700" cmpd="sng">
                      <a:noFill/>
                    </a:lnL>
                    <a:lnR w="12700" cmpd="sng">
                      <a:noFill/>
                    </a:lnR>
                    <a:lnT w="28575" cap="flat" cmpd="sng" algn="ctr">
                      <a:solidFill>
                        <a:schemeClr val="tx1"/>
                      </a:solidFill>
                      <a:prstDash val="solid"/>
                    </a:lnT>
                    <a:lnB w="38100" cmpd="sng">
                      <a:noFill/>
                    </a:lnB>
                    <a:noFill/>
                  </a:tcPr>
                </a:tc>
                <a:tc>
                  <a:txBody>
                    <a:bodyPr/>
                    <a:lstStyle/>
                    <a:p>
                      <a:pPr algn="l"/>
                      <a:r>
                        <a:rPr lang="en-US" sz="1400" b="0" cap="none" spc="0">
                          <a:solidFill>
                            <a:schemeClr val="tx1"/>
                          </a:solidFill>
                          <a:effectLst/>
                          <a:latin typeface="Liberation Sans"/>
                        </a:rPr>
                        <a:t>UL</a:t>
                      </a:r>
                    </a:p>
                  </a:txBody>
                  <a:tcPr marL="92202" marR="92202" marT="64542" marB="64542" anchor="ctr">
                    <a:lnL w="12700" cmpd="sng">
                      <a:noFill/>
                    </a:lnL>
                    <a:lnR w="12700" cmpd="sng">
                      <a:noFill/>
                    </a:lnR>
                    <a:lnT w="28575" cap="flat" cmpd="sng" algn="ctr">
                      <a:solidFill>
                        <a:schemeClr val="tx1"/>
                      </a:solidFill>
                      <a:prstDash val="solid"/>
                    </a:lnT>
                    <a:lnB w="38100" cmpd="sng">
                      <a:noFill/>
                    </a:lnB>
                    <a:noFill/>
                  </a:tcPr>
                </a:tc>
                <a:tc>
                  <a:txBody>
                    <a:bodyPr/>
                    <a:lstStyle/>
                    <a:p>
                      <a:pPr algn="l"/>
                      <a:r>
                        <a:rPr lang="en-US" sz="1400" b="0" cap="none" spc="0">
                          <a:solidFill>
                            <a:schemeClr val="tx1"/>
                          </a:solidFill>
                          <a:effectLst/>
                          <a:latin typeface="Liberation Sans"/>
                        </a:rPr>
                        <a:t>p</a:t>
                      </a:r>
                    </a:p>
                  </a:txBody>
                  <a:tcPr marL="92202" marR="92202" marT="64542" marB="64542" anchor="ctr">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909866868"/>
                  </a:ext>
                </a:extLst>
              </a:tr>
              <a:tr h="381103">
                <a:tc>
                  <a:txBody>
                    <a:bodyPr/>
                    <a:lstStyle/>
                    <a:p>
                      <a:pPr algn="l"/>
                      <a:r>
                        <a:rPr lang="en-US" sz="1400" cap="none" spc="0">
                          <a:solidFill>
                            <a:schemeClr val="tx1"/>
                          </a:solidFill>
                          <a:effectLst/>
                          <a:latin typeface="Liberation Sans"/>
                        </a:rPr>
                        <a:t>const</a:t>
                      </a:r>
                    </a:p>
                  </a:txBody>
                  <a:tcPr marL="92202" marR="92202" marT="64542" marB="64542" anchor="ctr">
                    <a:lnL w="28575" cap="flat" cmpd="sng" algn="ctr">
                      <a:noFill/>
                      <a:prstDash val="solid"/>
                    </a:lnL>
                    <a:lnR w="12700" cmpd="sng">
                      <a:noFill/>
                      <a:prstDash val="solid"/>
                    </a:lnR>
                    <a:lnT w="38100" cmpd="sng">
                      <a:noFill/>
                    </a:lnT>
                    <a:lnB w="12700" cap="flat" cmpd="sng" algn="ctr">
                      <a:noFill/>
                      <a:prstDash val="solid"/>
                    </a:lnB>
                    <a:noFill/>
                  </a:tcPr>
                </a:tc>
                <a:tc>
                  <a:txBody>
                    <a:bodyPr/>
                    <a:lstStyle/>
                    <a:p>
                      <a:pPr algn="r"/>
                      <a:r>
                        <a:rPr lang="en-US" sz="1400" cap="none" spc="0">
                          <a:solidFill>
                            <a:schemeClr val="tx1"/>
                          </a:solidFill>
                          <a:effectLst/>
                          <a:latin typeface="Liberation Sans"/>
                        </a:rPr>
                        <a:t>3.23</a:t>
                      </a:r>
                    </a:p>
                  </a:txBody>
                  <a:tcPr marL="92202" marR="92202" marT="64542" marB="64542" anchor="ctr">
                    <a:lnL w="12700" cmpd="sng">
                      <a:noFill/>
                      <a:prstDash val="solid"/>
                    </a:lnL>
                    <a:lnR w="12700" cmpd="sng">
                      <a:noFill/>
                      <a:prstDash val="solid"/>
                    </a:lnR>
                    <a:lnT w="38100" cmpd="sng">
                      <a:noFill/>
                    </a:lnT>
                    <a:lnB w="12700" cap="flat" cmpd="sng" algn="ctr">
                      <a:noFill/>
                      <a:prstDash val="solid"/>
                    </a:lnB>
                    <a:noFill/>
                  </a:tcPr>
                </a:tc>
                <a:tc>
                  <a:txBody>
                    <a:bodyPr/>
                    <a:lstStyle/>
                    <a:p>
                      <a:pPr algn="r"/>
                      <a:r>
                        <a:rPr lang="en-US" sz="1400" cap="none" spc="0">
                          <a:solidFill>
                            <a:schemeClr val="tx1"/>
                          </a:solidFill>
                          <a:effectLst/>
                          <a:latin typeface="Liberation Sans"/>
                        </a:rPr>
                        <a:t>0.36</a:t>
                      </a:r>
                    </a:p>
                  </a:txBody>
                  <a:tcPr marL="92202" marR="92202" marT="64542" marB="64542" anchor="ctr">
                    <a:lnL w="12700" cmpd="sng">
                      <a:noFill/>
                      <a:prstDash val="solid"/>
                    </a:lnL>
                    <a:lnR w="12700" cmpd="sng">
                      <a:noFill/>
                      <a:prstDash val="solid"/>
                    </a:lnR>
                    <a:lnT w="38100" cmpd="sng">
                      <a:noFill/>
                    </a:lnT>
                    <a:lnB w="12700" cap="flat" cmpd="sng" algn="ctr">
                      <a:noFill/>
                      <a:prstDash val="solid"/>
                    </a:lnB>
                    <a:noFill/>
                  </a:tcPr>
                </a:tc>
                <a:tc>
                  <a:txBody>
                    <a:bodyPr/>
                    <a:lstStyle/>
                    <a:p>
                      <a:pPr algn="r"/>
                      <a:r>
                        <a:rPr lang="en-US" sz="1400" cap="none" spc="0">
                          <a:solidFill>
                            <a:schemeClr val="tx1"/>
                          </a:solidFill>
                          <a:effectLst/>
                          <a:latin typeface="Liberation Sans"/>
                        </a:rPr>
                        <a:t>2.5</a:t>
                      </a:r>
                    </a:p>
                  </a:txBody>
                  <a:tcPr marL="92202" marR="92202" marT="64542" marB="64542" anchor="ctr">
                    <a:lnL w="12700" cmpd="sng">
                      <a:noFill/>
                      <a:prstDash val="solid"/>
                    </a:lnL>
                    <a:lnR w="12700" cmpd="sng">
                      <a:noFill/>
                      <a:prstDash val="solid"/>
                    </a:lnR>
                    <a:lnT w="38100" cmpd="sng">
                      <a:noFill/>
                    </a:lnT>
                    <a:lnB w="12700" cap="flat" cmpd="sng" algn="ctr">
                      <a:noFill/>
                      <a:prstDash val="solid"/>
                    </a:lnB>
                    <a:noFill/>
                  </a:tcPr>
                </a:tc>
                <a:tc>
                  <a:txBody>
                    <a:bodyPr/>
                    <a:lstStyle/>
                    <a:p>
                      <a:pPr algn="r"/>
                      <a:r>
                        <a:rPr lang="en-US" sz="1400" cap="none" spc="0">
                          <a:solidFill>
                            <a:schemeClr val="tx1"/>
                          </a:solidFill>
                          <a:effectLst/>
                          <a:latin typeface="Liberation Sans"/>
                        </a:rPr>
                        <a:t>3.96</a:t>
                      </a:r>
                    </a:p>
                  </a:txBody>
                  <a:tcPr marL="92202" marR="92202" marT="64542" marB="64542" anchor="ctr">
                    <a:lnL w="12700" cmpd="sng">
                      <a:noFill/>
                      <a:prstDash val="solid"/>
                    </a:lnL>
                    <a:lnR w="12700" cmpd="sng">
                      <a:noFill/>
                      <a:prstDash val="solid"/>
                    </a:lnR>
                    <a:lnT w="38100" cmpd="sng">
                      <a:noFill/>
                    </a:lnT>
                    <a:lnB w="12700" cap="flat" cmpd="sng" algn="ctr">
                      <a:noFill/>
                      <a:prstDash val="solid"/>
                    </a:lnB>
                    <a:noFill/>
                  </a:tcPr>
                </a:tc>
                <a:tc>
                  <a:txBody>
                    <a:bodyPr/>
                    <a:lstStyle/>
                    <a:p>
                      <a:pPr algn="r"/>
                      <a:r>
                        <a:rPr lang="en-US" sz="1400" cap="none" spc="0">
                          <a:solidFill>
                            <a:schemeClr val="tx1"/>
                          </a:solidFill>
                          <a:effectLst/>
                          <a:latin typeface="Liberation Sans"/>
                        </a:rPr>
                        <a:t>0</a:t>
                      </a:r>
                    </a:p>
                  </a:txBody>
                  <a:tcPr marL="92202" marR="92202" marT="64542" marB="64542" anchor="ctr">
                    <a:lnL w="12700" cmpd="sng">
                      <a:noFill/>
                      <a:prstDash val="solid"/>
                    </a:lnL>
                    <a:lnR w="28575" cap="flat" cmpd="sng" algn="ctr">
                      <a:noFill/>
                      <a:prstDash val="solid"/>
                    </a:lnR>
                    <a:lnT w="38100" cmpd="sng">
                      <a:noFill/>
                    </a:lnT>
                    <a:lnB w="12700" cap="flat" cmpd="sng" algn="ctr">
                      <a:noFill/>
                      <a:prstDash val="solid"/>
                    </a:lnB>
                    <a:noFill/>
                  </a:tcPr>
                </a:tc>
                <a:extLst>
                  <a:ext uri="{0D108BD9-81ED-4DB2-BD59-A6C34878D82A}">
                    <a16:rowId xmlns:a16="http://schemas.microsoft.com/office/drawing/2014/main" val="1269137104"/>
                  </a:ext>
                </a:extLst>
              </a:tr>
              <a:tr h="903583">
                <a:tc>
                  <a:txBody>
                    <a:bodyPr/>
                    <a:lstStyle/>
                    <a:p>
                      <a:pPr algn="l"/>
                      <a:r>
                        <a:rPr lang="en-US" sz="1200" cap="none" spc="0">
                          <a:solidFill>
                            <a:schemeClr val="tx1"/>
                          </a:solidFill>
                          <a:effectLst/>
                          <a:latin typeface="Liberation Sans"/>
                        </a:rPr>
                        <a:t>Society constantly reminds you that you are an immigrant.</a:t>
                      </a:r>
                    </a:p>
                  </a:txBody>
                  <a:tcPr marL="92202" marR="92202" marT="64542" marB="6454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r"/>
                      <a:r>
                        <a:rPr lang="en-US" sz="1200" cap="none" spc="0">
                          <a:solidFill>
                            <a:schemeClr val="tx1"/>
                          </a:solidFill>
                          <a:effectLst/>
                          <a:latin typeface="Liberation Sans"/>
                        </a:rPr>
                        <a:t>0.24</a:t>
                      </a:r>
                    </a:p>
                  </a:txBody>
                  <a:tcPr marL="92202" marR="92202" marT="64542" marB="6454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r"/>
                      <a:r>
                        <a:rPr lang="en-US" sz="1200" cap="none" spc="0">
                          <a:solidFill>
                            <a:schemeClr val="tx1"/>
                          </a:solidFill>
                          <a:effectLst/>
                          <a:latin typeface="Liberation Sans"/>
                        </a:rPr>
                        <a:t>0.09</a:t>
                      </a:r>
                    </a:p>
                  </a:txBody>
                  <a:tcPr marL="92202" marR="92202" marT="64542" marB="6454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r"/>
                      <a:r>
                        <a:rPr lang="en-US" sz="1200" cap="none" spc="0">
                          <a:solidFill>
                            <a:schemeClr val="tx1"/>
                          </a:solidFill>
                          <a:effectLst/>
                          <a:latin typeface="Liberation Sans"/>
                        </a:rPr>
                        <a:t>0.06</a:t>
                      </a:r>
                    </a:p>
                  </a:txBody>
                  <a:tcPr marL="92202" marR="92202" marT="64542" marB="6454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r"/>
                      <a:r>
                        <a:rPr lang="en-US" sz="1200" cap="none" spc="0">
                          <a:solidFill>
                            <a:schemeClr val="tx1"/>
                          </a:solidFill>
                          <a:effectLst/>
                          <a:latin typeface="Liberation Sans"/>
                        </a:rPr>
                        <a:t>0.41</a:t>
                      </a:r>
                    </a:p>
                  </a:txBody>
                  <a:tcPr marL="92202" marR="92202" marT="64542" marB="6454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r"/>
                      <a:r>
                        <a:rPr lang="en-US" sz="1200" cap="none" spc="0">
                          <a:solidFill>
                            <a:schemeClr val="tx1"/>
                          </a:solidFill>
                          <a:effectLst/>
                          <a:latin typeface="Liberation Sans"/>
                        </a:rPr>
                        <a:t>0.01</a:t>
                      </a:r>
                    </a:p>
                  </a:txBody>
                  <a:tcPr marL="92202" marR="92202" marT="64542" marB="6454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84559999"/>
                  </a:ext>
                </a:extLst>
              </a:tr>
              <a:tr h="1241658">
                <a:tc>
                  <a:txBody>
                    <a:bodyPr/>
                    <a:lstStyle/>
                    <a:p>
                      <a:pPr algn="l"/>
                      <a:r>
                        <a:rPr lang="en-US" sz="1400" cap="none" spc="0">
                          <a:solidFill>
                            <a:schemeClr val="tx1"/>
                          </a:solidFill>
                          <a:effectLst/>
                          <a:latin typeface="Liberation Sans"/>
                        </a:rPr>
                        <a:t>I feel pressured by the people of this country to adopt their lifestyle.</a:t>
                      </a:r>
                    </a:p>
                  </a:txBody>
                  <a:tcPr marL="92202" marR="92202" marT="64542" marB="64542" anchor="ctr">
                    <a:lnL w="28575" cap="flat" cmpd="sng" algn="ctr">
                      <a:noFill/>
                      <a:prstDash val="solid"/>
                    </a:lnL>
                    <a:lnR w="12700" cmpd="sng">
                      <a:noFill/>
                      <a:prstDash val="solid"/>
                    </a:lnR>
                    <a:lnT w="12700" cmpd="sng">
                      <a:noFill/>
                      <a:prstDash val="solid"/>
                    </a:lnT>
                    <a:lnB w="28575" cap="flat" cmpd="sng" algn="ctr">
                      <a:noFill/>
                      <a:prstDash val="solid"/>
                    </a:lnB>
                    <a:noFill/>
                  </a:tcPr>
                </a:tc>
                <a:tc>
                  <a:txBody>
                    <a:bodyPr/>
                    <a:lstStyle/>
                    <a:p>
                      <a:pPr algn="r"/>
                      <a:r>
                        <a:rPr lang="en-US" sz="1400" cap="none" spc="0">
                          <a:solidFill>
                            <a:schemeClr val="tx1"/>
                          </a:solidFill>
                          <a:effectLst/>
                          <a:latin typeface="Liberation Sans"/>
                        </a:rPr>
                        <a:t>0.28</a:t>
                      </a:r>
                    </a:p>
                  </a:txBody>
                  <a:tcPr marL="92202" marR="92202" marT="64542" marB="64542" anchor="ctr">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r"/>
                      <a:r>
                        <a:rPr lang="en-US" sz="1400" cap="none" spc="0">
                          <a:solidFill>
                            <a:schemeClr val="tx1"/>
                          </a:solidFill>
                          <a:effectLst/>
                          <a:latin typeface="Liberation Sans"/>
                        </a:rPr>
                        <a:t>0.12</a:t>
                      </a:r>
                    </a:p>
                  </a:txBody>
                  <a:tcPr marL="92202" marR="92202" marT="64542" marB="64542" anchor="ctr">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r"/>
                      <a:r>
                        <a:rPr lang="en-US" sz="1400" cap="none" spc="0">
                          <a:solidFill>
                            <a:schemeClr val="tx1"/>
                          </a:solidFill>
                          <a:effectLst/>
                          <a:latin typeface="Liberation Sans"/>
                        </a:rPr>
                        <a:t>0.04</a:t>
                      </a:r>
                    </a:p>
                  </a:txBody>
                  <a:tcPr marL="92202" marR="92202" marT="64542" marB="64542" anchor="ctr">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r"/>
                      <a:r>
                        <a:rPr lang="en-US" sz="1400" cap="none" spc="0">
                          <a:solidFill>
                            <a:schemeClr val="tx1"/>
                          </a:solidFill>
                          <a:effectLst/>
                          <a:latin typeface="Liberation Sans"/>
                        </a:rPr>
                        <a:t>0.52</a:t>
                      </a:r>
                    </a:p>
                  </a:txBody>
                  <a:tcPr marL="92202" marR="92202" marT="64542" marB="64542" anchor="ctr">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r"/>
                      <a:r>
                        <a:rPr lang="en-US" sz="1400" cap="none" spc="0">
                          <a:solidFill>
                            <a:schemeClr val="tx1"/>
                          </a:solidFill>
                          <a:effectLst/>
                          <a:latin typeface="Liberation Sans"/>
                        </a:rPr>
                        <a:t>0.02</a:t>
                      </a:r>
                    </a:p>
                  </a:txBody>
                  <a:tcPr marL="92202" marR="92202" marT="64542" marB="64542" anchor="ctr">
                    <a:lnL w="12700" cmpd="sng">
                      <a:noFill/>
                      <a:prstDash val="solid"/>
                    </a:lnL>
                    <a:lnR w="28575" cap="flat" cmpd="sng" algn="ctr">
                      <a:noFill/>
                      <a:prstDash val="solid"/>
                    </a:lnR>
                    <a:lnT w="12700" cmpd="sng">
                      <a:noFill/>
                      <a:prstDash val="solid"/>
                    </a:lnT>
                    <a:lnB w="28575" cap="flat" cmpd="sng" algn="ctr">
                      <a:noFill/>
                      <a:prstDash val="solid"/>
                    </a:lnB>
                    <a:noFill/>
                  </a:tcPr>
                </a:tc>
                <a:extLst>
                  <a:ext uri="{0D108BD9-81ED-4DB2-BD59-A6C34878D82A}">
                    <a16:rowId xmlns:a16="http://schemas.microsoft.com/office/drawing/2014/main" val="609365828"/>
                  </a:ext>
                </a:extLst>
              </a:tr>
            </a:tbl>
          </a:graphicData>
        </a:graphic>
      </p:graphicFrame>
      <p:pic>
        <p:nvPicPr>
          <p:cNvPr id="6" name="Picture 5" descr="A logo for a company&#10;&#10;Description automatically generated">
            <a:extLst>
              <a:ext uri="{FF2B5EF4-FFF2-40B4-BE49-F238E27FC236}">
                <a16:creationId xmlns:a16="http://schemas.microsoft.com/office/drawing/2014/main" id="{7B193BA7-671F-1BF5-15DF-8655FFE3759E}"/>
              </a:ext>
            </a:extLst>
          </p:cNvPr>
          <p:cNvPicPr>
            <a:picLocks noChangeAspect="1"/>
          </p:cNvPicPr>
          <p:nvPr/>
        </p:nvPicPr>
        <p:blipFill>
          <a:blip r:embed="rId3"/>
          <a:stretch>
            <a:fillRect/>
          </a:stretch>
        </p:blipFill>
        <p:spPr>
          <a:xfrm>
            <a:off x="10658066" y="5298366"/>
            <a:ext cx="1367665" cy="1424598"/>
          </a:xfrm>
          <a:prstGeom prst="rect">
            <a:avLst/>
          </a:prstGeom>
        </p:spPr>
      </p:pic>
    </p:spTree>
    <p:extLst>
      <p:ext uri="{BB962C8B-B14F-4D97-AF65-F5344CB8AC3E}">
        <p14:creationId xmlns:p14="http://schemas.microsoft.com/office/powerpoint/2010/main" val="3292459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logo for a company&#10;&#10;Description automatically generated">
            <a:extLst>
              <a:ext uri="{FF2B5EF4-FFF2-40B4-BE49-F238E27FC236}">
                <a16:creationId xmlns:a16="http://schemas.microsoft.com/office/drawing/2014/main" id="{147C9F4D-69B6-2592-8E56-FBD1FB5B0878}"/>
              </a:ext>
            </a:extLst>
          </p:cNvPr>
          <p:cNvPicPr>
            <a:picLocks noChangeAspect="1"/>
          </p:cNvPicPr>
          <p:nvPr/>
        </p:nvPicPr>
        <p:blipFill>
          <a:blip r:embed="rId3"/>
          <a:stretch>
            <a:fillRect/>
          </a:stretch>
        </p:blipFill>
        <p:spPr>
          <a:xfrm>
            <a:off x="8824697" y="4670384"/>
            <a:ext cx="1497061" cy="1568371"/>
          </a:xfrm>
          <a:prstGeom prst="rect">
            <a:avLst/>
          </a:prstGeom>
        </p:spPr>
      </p:pic>
      <p:sp>
        <p:nvSpPr>
          <p:cNvPr id="2" name="Title 1">
            <a:extLst>
              <a:ext uri="{FF2B5EF4-FFF2-40B4-BE49-F238E27FC236}">
                <a16:creationId xmlns:a16="http://schemas.microsoft.com/office/drawing/2014/main" id="{49953A01-1C92-D4D1-CD46-11F83EC0D5AE}"/>
              </a:ext>
            </a:extLst>
          </p:cNvPr>
          <p:cNvSpPr>
            <a:spLocks noGrp="1"/>
          </p:cNvSpPr>
          <p:nvPr>
            <p:ph type="title"/>
          </p:nvPr>
        </p:nvSpPr>
        <p:spPr/>
        <p:txBody>
          <a:bodyPr vert="horz" lIns="91440" tIns="45720" rIns="91440" bIns="45720" rtlCol="0" anchor="b">
            <a:noAutofit/>
          </a:bodyPr>
          <a:lstStyle/>
          <a:p>
            <a:r>
              <a:rPr lang="en-US" sz="2400">
                <a:ea typeface="+mj-lt"/>
                <a:cs typeface="+mj-lt"/>
              </a:rPr>
              <a:t>Very interesting to explore not only what influences depression but also which features do not have an impact on it.</a:t>
            </a:r>
            <a:endParaRPr lang="en-US" sz="2400"/>
          </a:p>
        </p:txBody>
      </p:sp>
      <p:graphicFrame>
        <p:nvGraphicFramePr>
          <p:cNvPr id="6" name="Content Placeholder 5">
            <a:extLst>
              <a:ext uri="{FF2B5EF4-FFF2-40B4-BE49-F238E27FC236}">
                <a16:creationId xmlns:a16="http://schemas.microsoft.com/office/drawing/2014/main" id="{72248BD0-F3B6-3DF0-F6E9-46F4B64BA35A}"/>
              </a:ext>
            </a:extLst>
          </p:cNvPr>
          <p:cNvGraphicFramePr>
            <a:graphicFrameLocks noGrp="1"/>
          </p:cNvGraphicFramePr>
          <p:nvPr>
            <p:ph idx="1"/>
            <p:extLst>
              <p:ext uri="{D42A27DB-BD31-4B8C-83A1-F6EECF244321}">
                <p14:modId xmlns:p14="http://schemas.microsoft.com/office/powerpoint/2010/main" val="2397730741"/>
              </p:ext>
            </p:extLst>
          </p:nvPr>
        </p:nvGraphicFramePr>
        <p:xfrm>
          <a:off x="5183188" y="987425"/>
          <a:ext cx="6172200" cy="201676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267651300"/>
                    </a:ext>
                  </a:extLst>
                </a:gridCol>
                <a:gridCol w="2057400">
                  <a:extLst>
                    <a:ext uri="{9D8B030D-6E8A-4147-A177-3AD203B41FA5}">
                      <a16:colId xmlns:a16="http://schemas.microsoft.com/office/drawing/2014/main" val="2088566653"/>
                    </a:ext>
                  </a:extLst>
                </a:gridCol>
                <a:gridCol w="2057400">
                  <a:extLst>
                    <a:ext uri="{9D8B030D-6E8A-4147-A177-3AD203B41FA5}">
                      <a16:colId xmlns:a16="http://schemas.microsoft.com/office/drawing/2014/main" val="1365893898"/>
                    </a:ext>
                  </a:extLst>
                </a:gridCol>
              </a:tblGrid>
              <a:tr h="370840">
                <a:tc>
                  <a:txBody>
                    <a:bodyPr/>
                    <a:lstStyle/>
                    <a:p>
                      <a:endParaRPr lang="en-US"/>
                    </a:p>
                  </a:txBody>
                  <a:tcPr/>
                </a:tc>
                <a:tc>
                  <a:txBody>
                    <a:bodyPr/>
                    <a:lstStyle/>
                    <a:p>
                      <a:r>
                        <a:rPr lang="en-US"/>
                        <a:t>Poor</a:t>
                      </a:r>
                    </a:p>
                  </a:txBody>
                  <a:tcPr/>
                </a:tc>
                <a:tc>
                  <a:txBody>
                    <a:bodyPr/>
                    <a:lstStyle/>
                    <a:p>
                      <a:r>
                        <a:rPr lang="en-US"/>
                        <a:t>Rich</a:t>
                      </a:r>
                    </a:p>
                  </a:txBody>
                  <a:tcPr/>
                </a:tc>
                <a:extLst>
                  <a:ext uri="{0D108BD9-81ED-4DB2-BD59-A6C34878D82A}">
                    <a16:rowId xmlns:a16="http://schemas.microsoft.com/office/drawing/2014/main" val="2193419840"/>
                  </a:ext>
                </a:extLst>
              </a:tr>
              <a:tr h="370840">
                <a:tc>
                  <a:txBody>
                    <a:bodyPr/>
                    <a:lstStyle/>
                    <a:p>
                      <a:r>
                        <a:rPr lang="en-US"/>
                        <a:t>Happy</a:t>
                      </a:r>
                    </a:p>
                  </a:txBody>
                  <a:tcPr/>
                </a:tc>
                <a:tc>
                  <a:txBody>
                    <a:bodyPr/>
                    <a:lstStyle/>
                    <a:p>
                      <a:pPr lvl="0">
                        <a:buNone/>
                      </a:pPr>
                      <a:r>
                        <a:rPr lang="en-US" sz="4800" b="1" i="0" u="none" strike="noStrike" noProof="0">
                          <a:solidFill>
                            <a:srgbClr val="00B050"/>
                          </a:solidFill>
                          <a:latin typeface="Aptos"/>
                        </a:rPr>
                        <a:t>✔</a:t>
                      </a:r>
                      <a:endParaRPr lang="en-US" sz="4800" b="1">
                        <a:solidFill>
                          <a:srgbClr val="00B050"/>
                        </a:solidFill>
                      </a:endParaRPr>
                    </a:p>
                  </a:txBody>
                  <a:tcPr/>
                </a:tc>
                <a:tc>
                  <a:txBody>
                    <a:bodyPr/>
                    <a:lstStyle/>
                    <a:p>
                      <a:pPr lvl="0">
                        <a:buNone/>
                      </a:pPr>
                      <a:r>
                        <a:rPr lang="en-US" sz="4800" b="1" i="0" u="none" strike="noStrike" noProof="0">
                          <a:solidFill>
                            <a:srgbClr val="00B050"/>
                          </a:solidFill>
                          <a:latin typeface="Aptos"/>
                        </a:rPr>
                        <a:t>✔</a:t>
                      </a:r>
                      <a:endParaRPr lang="en-US" sz="4800" b="1">
                        <a:solidFill>
                          <a:srgbClr val="00B050"/>
                        </a:solidFill>
                      </a:endParaRPr>
                    </a:p>
                  </a:txBody>
                  <a:tcPr/>
                </a:tc>
                <a:extLst>
                  <a:ext uri="{0D108BD9-81ED-4DB2-BD59-A6C34878D82A}">
                    <a16:rowId xmlns:a16="http://schemas.microsoft.com/office/drawing/2014/main" val="2296141880"/>
                  </a:ext>
                </a:extLst>
              </a:tr>
              <a:tr h="370840">
                <a:tc>
                  <a:txBody>
                    <a:bodyPr/>
                    <a:lstStyle/>
                    <a:p>
                      <a:r>
                        <a:rPr lang="en-US"/>
                        <a:t>Unhappy</a:t>
                      </a:r>
                    </a:p>
                  </a:txBody>
                  <a:tcPr/>
                </a:tc>
                <a:tc>
                  <a:txBody>
                    <a:bodyPr/>
                    <a:lstStyle/>
                    <a:p>
                      <a:pPr lvl="0">
                        <a:buNone/>
                      </a:pPr>
                      <a:r>
                        <a:rPr lang="en-US" sz="4800" b="1" i="0" u="none" strike="noStrike" noProof="0">
                          <a:solidFill>
                            <a:srgbClr val="00B050"/>
                          </a:solidFill>
                          <a:latin typeface="Aptos"/>
                        </a:rPr>
                        <a:t>✔</a:t>
                      </a:r>
                      <a:endParaRPr lang="en-US" sz="4800" b="1">
                        <a:solidFill>
                          <a:srgbClr val="00B050"/>
                        </a:solidFill>
                      </a:endParaRPr>
                    </a:p>
                  </a:txBody>
                  <a:tcPr/>
                </a:tc>
                <a:tc>
                  <a:txBody>
                    <a:bodyPr/>
                    <a:lstStyle/>
                    <a:p>
                      <a:pPr lvl="0">
                        <a:buNone/>
                      </a:pPr>
                      <a:r>
                        <a:rPr lang="en-US" sz="4800" b="1" i="0" u="none" strike="noStrike" noProof="0">
                          <a:solidFill>
                            <a:srgbClr val="00B050"/>
                          </a:solidFill>
                          <a:latin typeface="Aptos"/>
                        </a:rPr>
                        <a:t>✔</a:t>
                      </a:r>
                      <a:endParaRPr lang="en-US" sz="4800" b="1">
                        <a:solidFill>
                          <a:srgbClr val="00B050"/>
                        </a:solidFill>
                      </a:endParaRPr>
                    </a:p>
                  </a:txBody>
                  <a:tcPr/>
                </a:tc>
                <a:extLst>
                  <a:ext uri="{0D108BD9-81ED-4DB2-BD59-A6C34878D82A}">
                    <a16:rowId xmlns:a16="http://schemas.microsoft.com/office/drawing/2014/main" val="1421668921"/>
                  </a:ext>
                </a:extLst>
              </a:tr>
            </a:tbl>
          </a:graphicData>
        </a:graphic>
      </p:graphicFrame>
      <p:sp>
        <p:nvSpPr>
          <p:cNvPr id="4" name="Text Placeholder 3">
            <a:extLst>
              <a:ext uri="{FF2B5EF4-FFF2-40B4-BE49-F238E27FC236}">
                <a16:creationId xmlns:a16="http://schemas.microsoft.com/office/drawing/2014/main" id="{9126DF9D-A48D-4833-3AEA-78208DB2DB67}"/>
              </a:ext>
            </a:extLst>
          </p:cNvPr>
          <p:cNvSpPr>
            <a:spLocks noGrp="1"/>
          </p:cNvSpPr>
          <p:nvPr>
            <p:ph type="body" sz="half" idx="2"/>
          </p:nvPr>
        </p:nvSpPr>
        <p:spPr>
          <a:xfrm>
            <a:off x="839788" y="2731957"/>
            <a:ext cx="3932237" cy="3811588"/>
          </a:xfrm>
        </p:spPr>
        <p:txBody>
          <a:bodyPr vert="horz" lIns="91440" tIns="45720" rIns="91440" bIns="45720" rtlCol="0" anchor="t">
            <a:normAutofit/>
          </a:bodyPr>
          <a:lstStyle/>
          <a:p>
            <a:r>
              <a:rPr lang="en-US" dirty="0">
                <a:ea typeface="+mn-lt"/>
                <a:cs typeface="+mn-lt"/>
              </a:rPr>
              <a:t>We need to examine not only the features that influence depression but also those with a large p-value, indicating they are not significant in the cause-effect model.</a:t>
            </a:r>
            <a:endParaRPr lang="en-US" dirty="0"/>
          </a:p>
          <a:p>
            <a:r>
              <a:rPr lang="en-US" dirty="0">
                <a:ea typeface="+mn-lt"/>
                <a:cs typeface="+mn-lt"/>
              </a:rPr>
              <a:t>Least significant factors include:</a:t>
            </a:r>
            <a:endParaRPr lang="en-US" dirty="0"/>
          </a:p>
          <a:p>
            <a:pPr marL="285750" indent="-285750">
              <a:buFont typeface="Arial"/>
              <a:buChar char="•"/>
            </a:pPr>
            <a:r>
              <a:rPr lang="en-US" dirty="0">
                <a:ea typeface="+mn-lt"/>
                <a:cs typeface="+mn-lt"/>
              </a:rPr>
              <a:t>Having financial problems.</a:t>
            </a:r>
            <a:endParaRPr lang="en-US" dirty="0"/>
          </a:p>
          <a:p>
            <a:pPr marL="285750" indent="-285750">
              <a:buFont typeface="Arial"/>
              <a:buChar char="•"/>
            </a:pPr>
            <a:r>
              <a:rPr lang="en-US" dirty="0">
                <a:ea typeface="+mn-lt"/>
                <a:cs typeface="+mn-lt"/>
              </a:rPr>
              <a:t>Being worried about the inability to support one's family.</a:t>
            </a:r>
            <a:endParaRPr lang="en-US" dirty="0"/>
          </a:p>
          <a:p>
            <a:endParaRPr lang="en-US" dirty="0"/>
          </a:p>
          <a:p>
            <a:br>
              <a:rPr lang="en-US" dirty="0"/>
            </a:br>
            <a:endParaRPr lang="en-US" dirty="0"/>
          </a:p>
        </p:txBody>
      </p:sp>
      <p:sp>
        <p:nvSpPr>
          <p:cNvPr id="5" name="Slide Number Placeholder 4">
            <a:extLst>
              <a:ext uri="{FF2B5EF4-FFF2-40B4-BE49-F238E27FC236}">
                <a16:creationId xmlns:a16="http://schemas.microsoft.com/office/drawing/2014/main" id="{1E0A3B16-1E02-8A49-92DA-D47BA8F83866}"/>
              </a:ext>
            </a:extLst>
          </p:cNvPr>
          <p:cNvSpPr>
            <a:spLocks noGrp="1"/>
          </p:cNvSpPr>
          <p:nvPr>
            <p:ph type="sldNum" sz="quarter" idx="12"/>
          </p:nvPr>
        </p:nvSpPr>
        <p:spPr/>
        <p:txBody>
          <a:bodyPr/>
          <a:lstStyle/>
          <a:p>
            <a:fld id="{330EA680-D336-4FF7-8B7A-9848BB0A1C32}" type="slidenum">
              <a:rPr lang="en-US" smtClean="0"/>
              <a:t>20</a:t>
            </a:fld>
            <a:endParaRPr lang="en-US"/>
          </a:p>
        </p:txBody>
      </p:sp>
      <p:pic>
        <p:nvPicPr>
          <p:cNvPr id="11" name="Picture 10" descr="A wallet full of money and a sign&#10;&#10;Description automatically generated">
            <a:extLst>
              <a:ext uri="{FF2B5EF4-FFF2-40B4-BE49-F238E27FC236}">
                <a16:creationId xmlns:a16="http://schemas.microsoft.com/office/drawing/2014/main" id="{F0A1E7EE-F644-5022-E62C-A1E9CB7E0343}"/>
              </a:ext>
            </a:extLst>
          </p:cNvPr>
          <p:cNvPicPr>
            <a:picLocks noChangeAspect="1"/>
          </p:cNvPicPr>
          <p:nvPr/>
        </p:nvPicPr>
        <p:blipFill>
          <a:blip r:embed="rId4"/>
          <a:stretch>
            <a:fillRect/>
          </a:stretch>
        </p:blipFill>
        <p:spPr>
          <a:xfrm>
            <a:off x="6186969" y="3204318"/>
            <a:ext cx="2943225" cy="1838325"/>
          </a:xfrm>
          <a:prstGeom prst="rect">
            <a:avLst/>
          </a:prstGeom>
        </p:spPr>
      </p:pic>
    </p:spTree>
    <p:extLst>
      <p:ext uri="{BB962C8B-B14F-4D97-AF65-F5344CB8AC3E}">
        <p14:creationId xmlns:p14="http://schemas.microsoft.com/office/powerpoint/2010/main" val="5290531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19673-E743-831E-6A0F-F822058DF1C8}"/>
              </a:ext>
            </a:extLst>
          </p:cNvPr>
          <p:cNvSpPr>
            <a:spLocks noGrp="1"/>
          </p:cNvSpPr>
          <p:nvPr>
            <p:ph type="title"/>
          </p:nvPr>
        </p:nvSpPr>
        <p:spPr/>
        <p:txBody>
          <a:bodyPr vert="horz" lIns="91440" tIns="45720" rIns="91440" bIns="45720" rtlCol="0" anchor="ctr">
            <a:normAutofit/>
          </a:bodyPr>
          <a:lstStyle/>
          <a:p>
            <a:r>
              <a:rPr lang="en-US" sz="4400"/>
              <a:t>Daily stressors. Encoding.</a:t>
            </a:r>
          </a:p>
        </p:txBody>
      </p:sp>
      <p:pic>
        <p:nvPicPr>
          <p:cNvPr id="5" name="Picture Placeholder 4" descr="A diagram of different colors&#10;&#10;Description automatically generated">
            <a:extLst>
              <a:ext uri="{FF2B5EF4-FFF2-40B4-BE49-F238E27FC236}">
                <a16:creationId xmlns:a16="http://schemas.microsoft.com/office/drawing/2014/main" id="{09E32D98-8D41-D62E-4F30-91F02699D2C3}"/>
              </a:ext>
            </a:extLst>
          </p:cNvPr>
          <p:cNvPicPr>
            <a:picLocks noGrp="1" noChangeAspect="1"/>
          </p:cNvPicPr>
          <p:nvPr>
            <p:ph idx="1"/>
          </p:nvPr>
        </p:nvPicPr>
        <p:blipFill>
          <a:blip r:embed="rId3"/>
          <a:stretch/>
        </p:blipFill>
        <p:spPr>
          <a:xfrm>
            <a:off x="5183188" y="2243804"/>
            <a:ext cx="6172200" cy="2360866"/>
          </a:xfrm>
        </p:spPr>
      </p:pic>
      <p:sp>
        <p:nvSpPr>
          <p:cNvPr id="84" name="Text Placeholder 3">
            <a:extLst>
              <a:ext uri="{FF2B5EF4-FFF2-40B4-BE49-F238E27FC236}">
                <a16:creationId xmlns:a16="http://schemas.microsoft.com/office/drawing/2014/main" id="{C2CE6058-7D18-6C01-EF9B-B24F4E8AB5D7}"/>
              </a:ext>
            </a:extLst>
          </p:cNvPr>
          <p:cNvSpPr>
            <a:spLocks noGrp="1"/>
          </p:cNvSpPr>
          <p:nvPr>
            <p:ph type="body" sz="half" idx="2"/>
          </p:nvPr>
        </p:nvSpPr>
        <p:spPr/>
        <p:txBody>
          <a:bodyPr vert="horz" lIns="91440" tIns="45720" rIns="91440" bIns="45720" rtlCol="0" anchor="ctr">
            <a:normAutofit fontScale="85000" lnSpcReduction="20000"/>
          </a:bodyPr>
          <a:lstStyle/>
          <a:p>
            <a:pPr indent="-228600">
              <a:buFont typeface="Arial" panose="020B0604020202020204" pitchFamily="34" charset="0"/>
              <a:buChar char="•"/>
            </a:pPr>
            <a:r>
              <a:rPr lang="en-US" sz="2200">
                <a:ea typeface="+mn-lt"/>
                <a:cs typeface="+mn-lt"/>
              </a:rPr>
              <a:t>the measurement was made by bipolar 4-Point Likert Scale.</a:t>
            </a:r>
          </a:p>
          <a:p>
            <a:pPr indent="-228600">
              <a:buFont typeface="Arial" panose="020B0604020202020204" pitchFamily="34" charset="0"/>
              <a:buChar char="•"/>
            </a:pPr>
            <a:r>
              <a:rPr lang="en-US" sz="2200">
                <a:ea typeface="+mn-lt"/>
                <a:cs typeface="+mn-lt"/>
              </a:rPr>
              <a:t>Encoding was made according to the "The Barcelona immigration stress scale":</a:t>
            </a:r>
          </a:p>
          <a:p>
            <a:pPr lvl="1" indent="-228600">
              <a:buChar char="•"/>
            </a:pPr>
            <a:r>
              <a:rPr lang="en-US" sz="2000">
                <a:ea typeface="+mn-lt"/>
                <a:cs typeface="+mn-lt"/>
              </a:rPr>
              <a:t>0 = “Strongly agree”</a:t>
            </a:r>
          </a:p>
          <a:p>
            <a:pPr lvl="1" indent="-228600">
              <a:buFont typeface="Arial" panose="020B0604020202020204" pitchFamily="34" charset="0"/>
              <a:buChar char="•"/>
            </a:pPr>
            <a:r>
              <a:rPr lang="en-US" sz="2000">
                <a:ea typeface="+mn-lt"/>
                <a:cs typeface="+mn-lt"/>
              </a:rPr>
              <a:t>1 = “Moderately agree” </a:t>
            </a:r>
          </a:p>
          <a:p>
            <a:pPr lvl="1" indent="-228600">
              <a:buFont typeface="Arial" panose="020B0604020202020204" pitchFamily="34" charset="0"/>
              <a:buChar char="•"/>
            </a:pPr>
            <a:r>
              <a:rPr lang="en-US" sz="2000">
                <a:ea typeface="+mn-lt"/>
                <a:cs typeface="+mn-lt"/>
              </a:rPr>
              <a:t>2 = “Moderately disagree” </a:t>
            </a:r>
          </a:p>
          <a:p>
            <a:pPr lvl="1" indent="-228600">
              <a:buFont typeface="Arial" panose="020B0604020202020204" pitchFamily="34" charset="0"/>
              <a:buChar char="•"/>
            </a:pPr>
            <a:r>
              <a:rPr lang="en-US" sz="2000">
                <a:ea typeface="+mn-lt"/>
                <a:cs typeface="+mn-lt"/>
              </a:rPr>
              <a:t>3 = “Strongly disagree”. </a:t>
            </a:r>
          </a:p>
          <a:p>
            <a:pPr indent="-228600">
              <a:buFont typeface="Arial" panose="020B0604020202020204" pitchFamily="34" charset="0"/>
              <a:buChar char="•"/>
            </a:pPr>
            <a:r>
              <a:rPr lang="en-US" sz="2200">
                <a:ea typeface="+mn-lt"/>
                <a:cs typeface="+mn-lt"/>
              </a:rPr>
              <a:t>More natural encoding:</a:t>
            </a:r>
          </a:p>
          <a:p>
            <a:pPr lvl="1" indent="-228600">
              <a:buFont typeface="Arial" panose="020B0604020202020204" pitchFamily="34" charset="0"/>
              <a:buChar char="•"/>
            </a:pPr>
            <a:r>
              <a:rPr lang="en-US" sz="2000">
                <a:ea typeface="+mn-lt"/>
                <a:cs typeface="+mn-lt"/>
              </a:rPr>
              <a:t>"Strongly agree"     = 2</a:t>
            </a:r>
          </a:p>
          <a:p>
            <a:pPr lvl="1" indent="-228600">
              <a:buFont typeface="Arial" panose="020B0604020202020204" pitchFamily="34" charset="0"/>
              <a:buChar char="•"/>
            </a:pPr>
            <a:r>
              <a:rPr lang="en-US" sz="2000">
                <a:ea typeface="+mn-lt"/>
                <a:cs typeface="+mn-lt"/>
              </a:rPr>
              <a:t>"Agree"            = 1</a:t>
            </a:r>
          </a:p>
          <a:p>
            <a:pPr lvl="1" indent="-228600">
              <a:buFont typeface="Arial" panose="020B0604020202020204" pitchFamily="34" charset="0"/>
              <a:buChar char="•"/>
            </a:pPr>
            <a:r>
              <a:rPr lang="en-US" sz="2000">
                <a:ea typeface="+mn-lt"/>
                <a:cs typeface="+mn-lt"/>
              </a:rPr>
              <a:t>"Neither Agree or Disagree" = 0</a:t>
            </a:r>
          </a:p>
          <a:p>
            <a:pPr lvl="1" indent="-228600">
              <a:buFont typeface="Arial" panose="020B0604020202020204" pitchFamily="34" charset="0"/>
              <a:buChar char="•"/>
            </a:pPr>
            <a:r>
              <a:rPr lang="en-US" sz="2000">
                <a:ea typeface="+mn-lt"/>
                <a:cs typeface="+mn-lt"/>
              </a:rPr>
              <a:t>"Disagree"        = -1</a:t>
            </a:r>
          </a:p>
          <a:p>
            <a:pPr lvl="1" indent="-228600">
              <a:buFont typeface="Arial" panose="020B0604020202020204" pitchFamily="34" charset="0"/>
              <a:buChar char="•"/>
            </a:pPr>
            <a:r>
              <a:rPr lang="en-US" sz="2000">
                <a:ea typeface="+mn-lt"/>
                <a:cs typeface="+mn-lt"/>
              </a:rPr>
              <a:t>"Strongly Disagree"      = -2</a:t>
            </a:r>
          </a:p>
        </p:txBody>
      </p:sp>
      <p:sp>
        <p:nvSpPr>
          <p:cNvPr id="3" name="Slide Number Placeholder 2">
            <a:extLst>
              <a:ext uri="{FF2B5EF4-FFF2-40B4-BE49-F238E27FC236}">
                <a16:creationId xmlns:a16="http://schemas.microsoft.com/office/drawing/2014/main" id="{9EF39FFF-220A-ADC4-21D1-7CE3AE8620E1}"/>
              </a:ext>
            </a:extLst>
          </p:cNvPr>
          <p:cNvSpPr>
            <a:spLocks noGrp="1"/>
          </p:cNvSpPr>
          <p:nvPr>
            <p:ph type="sldNum" sz="quarter" idx="12"/>
          </p:nvPr>
        </p:nvSpPr>
        <p:spPr/>
        <p:txBody>
          <a:bodyPr/>
          <a:lstStyle/>
          <a:p>
            <a:fld id="{330EA680-D336-4FF7-8B7A-9848BB0A1C32}" type="slidenum">
              <a:rPr lang="en-US" smtClean="0"/>
              <a:t>21</a:t>
            </a:fld>
            <a:endParaRPr lang="en-US"/>
          </a:p>
        </p:txBody>
      </p:sp>
    </p:spTree>
    <p:extLst>
      <p:ext uri="{BB962C8B-B14F-4D97-AF65-F5344CB8AC3E}">
        <p14:creationId xmlns:p14="http://schemas.microsoft.com/office/powerpoint/2010/main" val="40254101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4A7C9-FE16-E9AC-7358-87D4A96C1766}"/>
              </a:ext>
            </a:extLst>
          </p:cNvPr>
          <p:cNvSpPr>
            <a:spLocks noGrp="1"/>
          </p:cNvSpPr>
          <p:nvPr>
            <p:ph type="title"/>
          </p:nvPr>
        </p:nvSpPr>
        <p:spPr/>
        <p:txBody>
          <a:bodyPr/>
          <a:lstStyle/>
          <a:p>
            <a:r>
              <a:rPr lang="en-US">
                <a:ea typeface="+mj-lt"/>
                <a:cs typeface="+mj-lt"/>
              </a:rPr>
              <a:t>PTSD ~ Traumas (</a:t>
            </a:r>
            <a:r>
              <a:rPr lang="en-US" err="1">
                <a:ea typeface="+mj-lt"/>
                <a:cs typeface="+mj-lt"/>
              </a:rPr>
              <a:t>MultiRegression</a:t>
            </a:r>
            <a:r>
              <a:rPr lang="en-US">
                <a:ea typeface="+mj-lt"/>
                <a:cs typeface="+mj-lt"/>
              </a:rPr>
              <a:t>)</a:t>
            </a:r>
            <a:endParaRPr lang="en-US"/>
          </a:p>
        </p:txBody>
      </p:sp>
      <p:sp>
        <p:nvSpPr>
          <p:cNvPr id="3" name="Content Placeholder 2">
            <a:extLst>
              <a:ext uri="{FF2B5EF4-FFF2-40B4-BE49-F238E27FC236}">
                <a16:creationId xmlns:a16="http://schemas.microsoft.com/office/drawing/2014/main" id="{02F78BE1-EA4B-FE44-586E-73FC0C84C5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54EC33-8F97-9262-5BC4-BC4FEA98C171}"/>
              </a:ext>
            </a:extLst>
          </p:cNvPr>
          <p:cNvSpPr>
            <a:spLocks noGrp="1"/>
          </p:cNvSpPr>
          <p:nvPr>
            <p:ph type="sldNum" sz="quarter" idx="12"/>
          </p:nvPr>
        </p:nvSpPr>
        <p:spPr/>
        <p:txBody>
          <a:bodyPr/>
          <a:lstStyle/>
          <a:p>
            <a:fld id="{330EA680-D336-4FF7-8B7A-9848BB0A1C32}" type="slidenum">
              <a:rPr lang="en-US" smtClean="0"/>
              <a:t>22</a:t>
            </a:fld>
            <a:endParaRPr lang="en-US"/>
          </a:p>
        </p:txBody>
      </p:sp>
    </p:spTree>
    <p:extLst>
      <p:ext uri="{BB962C8B-B14F-4D97-AF65-F5344CB8AC3E}">
        <p14:creationId xmlns:p14="http://schemas.microsoft.com/office/powerpoint/2010/main" val="33267648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50595-6CB3-63E4-255A-F87669BFB744}"/>
              </a:ext>
            </a:extLst>
          </p:cNvPr>
          <p:cNvSpPr>
            <a:spLocks noGrp="1"/>
          </p:cNvSpPr>
          <p:nvPr>
            <p:ph type="title"/>
          </p:nvPr>
        </p:nvSpPr>
        <p:spPr/>
        <p:txBody>
          <a:bodyPr/>
          <a:lstStyle/>
          <a:p>
            <a:r>
              <a:rPr lang="en-US">
                <a:ea typeface="+mj-lt"/>
                <a:cs typeface="+mj-lt"/>
              </a:rPr>
              <a:t>Pairwise correlation of columns.</a:t>
            </a:r>
            <a:endParaRPr lang="en-US"/>
          </a:p>
        </p:txBody>
      </p:sp>
      <p:pic>
        <p:nvPicPr>
          <p:cNvPr id="6" name="Picture Placeholder 5" descr="PTSD~Traumas-MultiRegression.png">
            <a:extLst>
              <a:ext uri="{FF2B5EF4-FFF2-40B4-BE49-F238E27FC236}">
                <a16:creationId xmlns:a16="http://schemas.microsoft.com/office/drawing/2014/main" id="{AAB68810-5825-67BC-0661-5C03DFE69028}"/>
              </a:ext>
            </a:extLst>
          </p:cNvPr>
          <p:cNvPicPr>
            <a:picLocks noGrp="1" noChangeAspect="1"/>
          </p:cNvPicPr>
          <p:nvPr>
            <p:ph type="pic" idx="1"/>
          </p:nvPr>
        </p:nvPicPr>
        <p:blipFill>
          <a:blip r:embed="rId3"/>
          <a:srcRect t="12718" b="12718"/>
          <a:stretch/>
        </p:blipFill>
        <p:spPr>
          <a:xfrm>
            <a:off x="5183188" y="987425"/>
            <a:ext cx="6172200" cy="4873625"/>
          </a:xfrm>
        </p:spPr>
      </p:pic>
      <p:sp>
        <p:nvSpPr>
          <p:cNvPr id="3" name="Text Placeholder 2">
            <a:extLst>
              <a:ext uri="{FF2B5EF4-FFF2-40B4-BE49-F238E27FC236}">
                <a16:creationId xmlns:a16="http://schemas.microsoft.com/office/drawing/2014/main" id="{27A61A61-BFD7-F4BD-F2EE-EA77EF2BF697}"/>
              </a:ext>
            </a:extLst>
          </p:cNvPr>
          <p:cNvSpPr>
            <a:spLocks noGrp="1"/>
          </p:cNvSpPr>
          <p:nvPr>
            <p:ph type="body" sz="half" idx="2"/>
          </p:nvPr>
        </p:nvSpPr>
        <p:spPr/>
        <p:txBody>
          <a:bodyPr vert="horz" lIns="91440" tIns="45720" rIns="91440" bIns="45720" rtlCol="0" anchor="t">
            <a:normAutofit/>
          </a:bodyPr>
          <a:lstStyle/>
          <a:p>
            <a:r>
              <a:rPr lang="en-US">
                <a:hlinkClick r:id="rId4"/>
              </a:rPr>
              <a:t>Multi-collinearity!! We can see that some features are highly correlated. It is not good. Let’s remove one of the features.</a:t>
            </a:r>
            <a:br>
              <a:rPr lang="en-US"/>
            </a:br>
            <a:endParaRPr lang="en-US"/>
          </a:p>
          <a:p>
            <a:r>
              <a:rPr lang="en-US">
                <a:ea typeface="+mn-lt"/>
                <a:cs typeface="+mn-lt"/>
              </a:rPr>
              <a:t>There is collinearity between "Starvation" and "Lack of food or water," indicating that we need to eliminate one of them. Respondents seem unable to distinguish between these two concepts.</a:t>
            </a:r>
          </a:p>
        </p:txBody>
      </p:sp>
      <p:sp>
        <p:nvSpPr>
          <p:cNvPr id="4" name="Slide Number Placeholder 3">
            <a:extLst>
              <a:ext uri="{FF2B5EF4-FFF2-40B4-BE49-F238E27FC236}">
                <a16:creationId xmlns:a16="http://schemas.microsoft.com/office/drawing/2014/main" id="{BD8A269A-8BC3-082A-2F3E-3F9C2ABD8AC1}"/>
              </a:ext>
            </a:extLst>
          </p:cNvPr>
          <p:cNvSpPr>
            <a:spLocks noGrp="1"/>
          </p:cNvSpPr>
          <p:nvPr>
            <p:ph type="sldNum" sz="quarter" idx="12"/>
          </p:nvPr>
        </p:nvSpPr>
        <p:spPr/>
        <p:txBody>
          <a:bodyPr/>
          <a:lstStyle/>
          <a:p>
            <a:fld id="{330EA680-D336-4FF7-8B7A-9848BB0A1C32}" type="slidenum">
              <a:rPr lang="en-US" smtClean="0"/>
              <a:t>23</a:t>
            </a:fld>
            <a:endParaRPr lang="en-US"/>
          </a:p>
        </p:txBody>
      </p:sp>
    </p:spTree>
    <p:extLst>
      <p:ext uri="{BB962C8B-B14F-4D97-AF65-F5344CB8AC3E}">
        <p14:creationId xmlns:p14="http://schemas.microsoft.com/office/powerpoint/2010/main" val="38652929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C12A-A94D-767F-F523-F40F7DD686D4}"/>
              </a:ext>
            </a:extLst>
          </p:cNvPr>
          <p:cNvSpPr>
            <a:spLocks noGrp="1"/>
          </p:cNvSpPr>
          <p:nvPr>
            <p:ph type="title"/>
          </p:nvPr>
        </p:nvSpPr>
        <p:spPr/>
        <p:txBody>
          <a:bodyPr/>
          <a:lstStyle/>
          <a:p>
            <a:r>
              <a:rPr lang="en-US">
                <a:ea typeface="+mj-lt"/>
                <a:cs typeface="+mj-lt"/>
              </a:rPr>
              <a:t>Table of features with less than 0.15 p-value </a:t>
            </a:r>
            <a:endParaRPr lang="en-US"/>
          </a:p>
        </p:txBody>
      </p:sp>
      <p:graphicFrame>
        <p:nvGraphicFramePr>
          <p:cNvPr id="11" name="Content Placeholder 10">
            <a:extLst>
              <a:ext uri="{FF2B5EF4-FFF2-40B4-BE49-F238E27FC236}">
                <a16:creationId xmlns:a16="http://schemas.microsoft.com/office/drawing/2014/main" id="{00A88BB2-FAC7-D146-83BF-FA5F11F72CC4}"/>
              </a:ext>
            </a:extLst>
          </p:cNvPr>
          <p:cNvGraphicFramePr>
            <a:graphicFrameLocks noGrp="1"/>
          </p:cNvGraphicFramePr>
          <p:nvPr>
            <p:ph idx="1"/>
            <p:extLst>
              <p:ext uri="{D42A27DB-BD31-4B8C-83A1-F6EECF244321}">
                <p14:modId xmlns:p14="http://schemas.microsoft.com/office/powerpoint/2010/main" val="335463087"/>
              </p:ext>
            </p:extLst>
          </p:nvPr>
        </p:nvGraphicFramePr>
        <p:xfrm>
          <a:off x="5183188" y="987425"/>
          <a:ext cx="6172176" cy="2926080"/>
        </p:xfrm>
        <a:graphic>
          <a:graphicData uri="http://schemas.openxmlformats.org/drawingml/2006/table">
            <a:tbl>
              <a:tblPr bandRow="1">
                <a:tableStyleId>{5C22544A-7EE6-4342-B048-85BDC9FD1C3A}</a:tableStyleId>
              </a:tblPr>
              <a:tblGrid>
                <a:gridCol w="1909096">
                  <a:extLst>
                    <a:ext uri="{9D8B030D-6E8A-4147-A177-3AD203B41FA5}">
                      <a16:colId xmlns:a16="http://schemas.microsoft.com/office/drawing/2014/main" val="1511810024"/>
                    </a:ext>
                  </a:extLst>
                </a:gridCol>
                <a:gridCol w="1122509">
                  <a:extLst>
                    <a:ext uri="{9D8B030D-6E8A-4147-A177-3AD203B41FA5}">
                      <a16:colId xmlns:a16="http://schemas.microsoft.com/office/drawing/2014/main" val="2617795204"/>
                    </a:ext>
                  </a:extLst>
                </a:gridCol>
                <a:gridCol w="689074">
                  <a:extLst>
                    <a:ext uri="{9D8B030D-6E8A-4147-A177-3AD203B41FA5}">
                      <a16:colId xmlns:a16="http://schemas.microsoft.com/office/drawing/2014/main" val="1618740314"/>
                    </a:ext>
                  </a:extLst>
                </a:gridCol>
                <a:gridCol w="725534">
                  <a:extLst>
                    <a:ext uri="{9D8B030D-6E8A-4147-A177-3AD203B41FA5}">
                      <a16:colId xmlns:a16="http://schemas.microsoft.com/office/drawing/2014/main" val="1424640560"/>
                    </a:ext>
                  </a:extLst>
                </a:gridCol>
                <a:gridCol w="733728">
                  <a:extLst>
                    <a:ext uri="{9D8B030D-6E8A-4147-A177-3AD203B41FA5}">
                      <a16:colId xmlns:a16="http://schemas.microsoft.com/office/drawing/2014/main" val="2878573611"/>
                    </a:ext>
                  </a:extLst>
                </a:gridCol>
                <a:gridCol w="992235">
                  <a:extLst>
                    <a:ext uri="{9D8B030D-6E8A-4147-A177-3AD203B41FA5}">
                      <a16:colId xmlns:a16="http://schemas.microsoft.com/office/drawing/2014/main" val="797223047"/>
                    </a:ext>
                  </a:extLst>
                </a:gridCol>
              </a:tblGrid>
              <a:tr h="161925">
                <a:tc>
                  <a:txBody>
                    <a:bodyPr/>
                    <a:lstStyle/>
                    <a:p>
                      <a:pPr algn="l"/>
                      <a:br>
                        <a:rPr lang="en-US">
                          <a:effectLst/>
                        </a:rPr>
                      </a:br>
                      <a:endParaRPr lang="en-US">
                        <a:effectLst/>
                      </a:endParaRPr>
                    </a:p>
                  </a:txBody>
                  <a:tcPr anchor="ctr"/>
                </a:tc>
                <a:tc>
                  <a:txBody>
                    <a:bodyPr/>
                    <a:lstStyle/>
                    <a:p>
                      <a:pPr algn="l"/>
                      <a:r>
                        <a:rPr lang="en-US">
                          <a:effectLst/>
                        </a:rPr>
                        <a:t>Estimate</a:t>
                      </a:r>
                    </a:p>
                  </a:txBody>
                  <a:tcPr anchor="ctr"/>
                </a:tc>
                <a:tc>
                  <a:txBody>
                    <a:bodyPr/>
                    <a:lstStyle/>
                    <a:p>
                      <a:pPr algn="l"/>
                      <a:r>
                        <a:rPr lang="en-US">
                          <a:effectLst/>
                        </a:rPr>
                        <a:t>SE</a:t>
                      </a:r>
                    </a:p>
                  </a:txBody>
                  <a:tcPr anchor="ctr"/>
                </a:tc>
                <a:tc>
                  <a:txBody>
                    <a:bodyPr/>
                    <a:lstStyle/>
                    <a:p>
                      <a:pPr algn="l"/>
                      <a:r>
                        <a:rPr lang="en-US">
                          <a:effectLst/>
                        </a:rPr>
                        <a:t>LL</a:t>
                      </a:r>
                    </a:p>
                  </a:txBody>
                  <a:tcPr anchor="ctr"/>
                </a:tc>
                <a:tc>
                  <a:txBody>
                    <a:bodyPr/>
                    <a:lstStyle/>
                    <a:p>
                      <a:pPr algn="l"/>
                      <a:r>
                        <a:rPr lang="en-US">
                          <a:effectLst/>
                        </a:rPr>
                        <a:t>UL</a:t>
                      </a:r>
                    </a:p>
                  </a:txBody>
                  <a:tcPr anchor="ctr"/>
                </a:tc>
                <a:tc>
                  <a:txBody>
                    <a:bodyPr/>
                    <a:lstStyle/>
                    <a:p>
                      <a:pPr algn="l"/>
                      <a:r>
                        <a:rPr lang="en-US">
                          <a:effectLst/>
                        </a:rPr>
                        <a:t>P-value</a:t>
                      </a:r>
                    </a:p>
                  </a:txBody>
                  <a:tcPr anchor="ctr"/>
                </a:tc>
                <a:extLst>
                  <a:ext uri="{0D108BD9-81ED-4DB2-BD59-A6C34878D82A}">
                    <a16:rowId xmlns:a16="http://schemas.microsoft.com/office/drawing/2014/main" val="1719436005"/>
                  </a:ext>
                </a:extLst>
              </a:tr>
              <a:tr h="161925">
                <a:tc>
                  <a:txBody>
                    <a:bodyPr/>
                    <a:lstStyle/>
                    <a:p>
                      <a:pPr algn="l"/>
                      <a:r>
                        <a:rPr lang="en-US">
                          <a:effectLst/>
                        </a:rPr>
                        <a:t>const</a:t>
                      </a:r>
                    </a:p>
                  </a:txBody>
                  <a:tcPr anchor="ctr"/>
                </a:tc>
                <a:tc>
                  <a:txBody>
                    <a:bodyPr/>
                    <a:lstStyle/>
                    <a:p>
                      <a:pPr algn="r"/>
                      <a:r>
                        <a:rPr lang="en-US">
                          <a:effectLst/>
                        </a:rPr>
                        <a:t>1.74</a:t>
                      </a:r>
                    </a:p>
                  </a:txBody>
                  <a:tcPr anchor="ctr"/>
                </a:tc>
                <a:tc>
                  <a:txBody>
                    <a:bodyPr/>
                    <a:lstStyle/>
                    <a:p>
                      <a:pPr algn="r"/>
                      <a:r>
                        <a:rPr lang="en-US">
                          <a:effectLst/>
                        </a:rPr>
                        <a:t>0.1</a:t>
                      </a:r>
                    </a:p>
                  </a:txBody>
                  <a:tcPr anchor="ctr"/>
                </a:tc>
                <a:tc>
                  <a:txBody>
                    <a:bodyPr/>
                    <a:lstStyle/>
                    <a:p>
                      <a:pPr algn="r"/>
                      <a:r>
                        <a:rPr lang="en-US">
                          <a:effectLst/>
                        </a:rPr>
                        <a:t>1.53</a:t>
                      </a:r>
                    </a:p>
                  </a:txBody>
                  <a:tcPr anchor="ctr"/>
                </a:tc>
                <a:tc>
                  <a:txBody>
                    <a:bodyPr/>
                    <a:lstStyle/>
                    <a:p>
                      <a:pPr algn="r"/>
                      <a:r>
                        <a:rPr lang="en-US">
                          <a:effectLst/>
                        </a:rPr>
                        <a:t>1.94</a:t>
                      </a:r>
                    </a:p>
                  </a:txBody>
                  <a:tcPr anchor="ctr"/>
                </a:tc>
                <a:tc>
                  <a:txBody>
                    <a:bodyPr/>
                    <a:lstStyle/>
                    <a:p>
                      <a:pPr algn="r"/>
                      <a:r>
                        <a:rPr lang="en-US">
                          <a:effectLst/>
                        </a:rPr>
                        <a:t>0</a:t>
                      </a:r>
                    </a:p>
                  </a:txBody>
                  <a:tcPr anchor="ctr"/>
                </a:tc>
                <a:extLst>
                  <a:ext uri="{0D108BD9-81ED-4DB2-BD59-A6C34878D82A}">
                    <a16:rowId xmlns:a16="http://schemas.microsoft.com/office/drawing/2014/main" val="119963038"/>
                  </a:ext>
                </a:extLst>
              </a:tr>
              <a:tr h="161925">
                <a:tc>
                  <a:txBody>
                    <a:bodyPr/>
                    <a:lstStyle/>
                    <a:p>
                      <a:pPr algn="l"/>
                      <a:r>
                        <a:rPr lang="en-US">
                          <a:effectLst/>
                        </a:rPr>
                        <a:t>Lack of shelter</a:t>
                      </a:r>
                    </a:p>
                  </a:txBody>
                  <a:tcPr anchor="ctr"/>
                </a:tc>
                <a:tc>
                  <a:txBody>
                    <a:bodyPr/>
                    <a:lstStyle/>
                    <a:p>
                      <a:pPr algn="r"/>
                      <a:r>
                        <a:rPr lang="en-US">
                          <a:effectLst/>
                        </a:rPr>
                        <a:t>0.24</a:t>
                      </a:r>
                    </a:p>
                  </a:txBody>
                  <a:tcPr anchor="ctr"/>
                </a:tc>
                <a:tc>
                  <a:txBody>
                    <a:bodyPr/>
                    <a:lstStyle/>
                    <a:p>
                      <a:pPr algn="r"/>
                      <a:r>
                        <a:rPr lang="en-US">
                          <a:effectLst/>
                        </a:rPr>
                        <a:t>0.14</a:t>
                      </a:r>
                    </a:p>
                  </a:txBody>
                  <a:tcPr anchor="ctr"/>
                </a:tc>
                <a:tc>
                  <a:txBody>
                    <a:bodyPr/>
                    <a:lstStyle/>
                    <a:p>
                      <a:pPr algn="r"/>
                      <a:r>
                        <a:rPr lang="en-US">
                          <a:effectLst/>
                        </a:rPr>
                        <a:t>-0.05</a:t>
                      </a:r>
                    </a:p>
                  </a:txBody>
                  <a:tcPr anchor="ctr"/>
                </a:tc>
                <a:tc>
                  <a:txBody>
                    <a:bodyPr/>
                    <a:lstStyle/>
                    <a:p>
                      <a:pPr algn="r"/>
                      <a:r>
                        <a:rPr lang="en-US">
                          <a:effectLst/>
                        </a:rPr>
                        <a:t>0.52</a:t>
                      </a:r>
                    </a:p>
                  </a:txBody>
                  <a:tcPr anchor="ctr"/>
                </a:tc>
                <a:tc>
                  <a:txBody>
                    <a:bodyPr/>
                    <a:lstStyle/>
                    <a:p>
                      <a:pPr algn="r"/>
                      <a:r>
                        <a:rPr lang="en-US">
                          <a:effectLst/>
                        </a:rPr>
                        <a:t>0.1</a:t>
                      </a:r>
                    </a:p>
                  </a:txBody>
                  <a:tcPr anchor="ctr"/>
                </a:tc>
                <a:extLst>
                  <a:ext uri="{0D108BD9-81ED-4DB2-BD59-A6C34878D82A}">
                    <a16:rowId xmlns:a16="http://schemas.microsoft.com/office/drawing/2014/main" val="1227323170"/>
                  </a:ext>
                </a:extLst>
              </a:tr>
              <a:tr h="161925">
                <a:tc>
                  <a:txBody>
                    <a:bodyPr/>
                    <a:lstStyle/>
                    <a:p>
                      <a:pPr algn="l"/>
                      <a:r>
                        <a:rPr lang="en-US">
                          <a:effectLst/>
                        </a:rPr>
                        <a:t>Ill health without access to medical care</a:t>
                      </a:r>
                    </a:p>
                  </a:txBody>
                  <a:tcPr anchor="ctr"/>
                </a:tc>
                <a:tc>
                  <a:txBody>
                    <a:bodyPr/>
                    <a:lstStyle/>
                    <a:p>
                      <a:pPr algn="r"/>
                      <a:r>
                        <a:rPr lang="en-US">
                          <a:effectLst/>
                        </a:rPr>
                        <a:t>0.38</a:t>
                      </a:r>
                    </a:p>
                  </a:txBody>
                  <a:tcPr anchor="ctr"/>
                </a:tc>
                <a:tc>
                  <a:txBody>
                    <a:bodyPr/>
                    <a:lstStyle/>
                    <a:p>
                      <a:pPr algn="r"/>
                      <a:r>
                        <a:rPr lang="en-US">
                          <a:effectLst/>
                        </a:rPr>
                        <a:t>0.17</a:t>
                      </a:r>
                    </a:p>
                  </a:txBody>
                  <a:tcPr anchor="ctr"/>
                </a:tc>
                <a:tc>
                  <a:txBody>
                    <a:bodyPr/>
                    <a:lstStyle/>
                    <a:p>
                      <a:pPr algn="r"/>
                      <a:r>
                        <a:rPr lang="en-US">
                          <a:effectLst/>
                        </a:rPr>
                        <a:t>0.04</a:t>
                      </a:r>
                    </a:p>
                  </a:txBody>
                  <a:tcPr anchor="ctr"/>
                </a:tc>
                <a:tc>
                  <a:txBody>
                    <a:bodyPr/>
                    <a:lstStyle/>
                    <a:p>
                      <a:pPr algn="r"/>
                      <a:r>
                        <a:rPr lang="en-US">
                          <a:effectLst/>
                        </a:rPr>
                        <a:t>0.72</a:t>
                      </a:r>
                    </a:p>
                  </a:txBody>
                  <a:tcPr anchor="ctr"/>
                </a:tc>
                <a:tc>
                  <a:txBody>
                    <a:bodyPr/>
                    <a:lstStyle/>
                    <a:p>
                      <a:pPr algn="r"/>
                      <a:r>
                        <a:rPr lang="en-US">
                          <a:effectLst/>
                        </a:rPr>
                        <a:t>0.03</a:t>
                      </a:r>
                    </a:p>
                  </a:txBody>
                  <a:tcPr anchor="ctr"/>
                </a:tc>
                <a:extLst>
                  <a:ext uri="{0D108BD9-81ED-4DB2-BD59-A6C34878D82A}">
                    <a16:rowId xmlns:a16="http://schemas.microsoft.com/office/drawing/2014/main" val="3516757127"/>
                  </a:ext>
                </a:extLst>
              </a:tr>
              <a:tr h="161925">
                <a:tc>
                  <a:txBody>
                    <a:bodyPr/>
                    <a:lstStyle/>
                    <a:p>
                      <a:pPr algn="l"/>
                      <a:r>
                        <a:rPr lang="en-US">
                          <a:effectLst/>
                        </a:rPr>
                        <a:t>Beating to the body</a:t>
                      </a:r>
                    </a:p>
                  </a:txBody>
                  <a:tcPr anchor="ctr"/>
                </a:tc>
                <a:tc>
                  <a:txBody>
                    <a:bodyPr/>
                    <a:lstStyle/>
                    <a:p>
                      <a:pPr algn="r"/>
                      <a:r>
                        <a:rPr lang="en-US">
                          <a:effectLst/>
                        </a:rPr>
                        <a:t>0.43</a:t>
                      </a:r>
                    </a:p>
                  </a:txBody>
                  <a:tcPr anchor="ctr"/>
                </a:tc>
                <a:tc>
                  <a:txBody>
                    <a:bodyPr/>
                    <a:lstStyle/>
                    <a:p>
                      <a:pPr algn="r"/>
                      <a:r>
                        <a:rPr lang="en-US">
                          <a:effectLst/>
                        </a:rPr>
                        <a:t>0.29</a:t>
                      </a:r>
                    </a:p>
                  </a:txBody>
                  <a:tcPr anchor="ctr"/>
                </a:tc>
                <a:tc>
                  <a:txBody>
                    <a:bodyPr/>
                    <a:lstStyle/>
                    <a:p>
                      <a:pPr algn="r"/>
                      <a:r>
                        <a:rPr lang="en-US">
                          <a:effectLst/>
                        </a:rPr>
                        <a:t>-0.16</a:t>
                      </a:r>
                    </a:p>
                  </a:txBody>
                  <a:tcPr anchor="ctr"/>
                </a:tc>
                <a:tc>
                  <a:txBody>
                    <a:bodyPr/>
                    <a:lstStyle/>
                    <a:p>
                      <a:pPr algn="r"/>
                      <a:r>
                        <a:rPr lang="en-US">
                          <a:effectLst/>
                        </a:rPr>
                        <a:t>1.01</a:t>
                      </a:r>
                    </a:p>
                  </a:txBody>
                  <a:tcPr anchor="ctr"/>
                </a:tc>
                <a:tc>
                  <a:txBody>
                    <a:bodyPr/>
                    <a:lstStyle/>
                    <a:p>
                      <a:pPr algn="r"/>
                      <a:r>
                        <a:rPr lang="en-US">
                          <a:effectLst/>
                        </a:rPr>
                        <a:t>0.15</a:t>
                      </a:r>
                    </a:p>
                  </a:txBody>
                  <a:tcPr anchor="ctr"/>
                </a:tc>
                <a:extLst>
                  <a:ext uri="{0D108BD9-81ED-4DB2-BD59-A6C34878D82A}">
                    <a16:rowId xmlns:a16="http://schemas.microsoft.com/office/drawing/2014/main" val="534197350"/>
                  </a:ext>
                </a:extLst>
              </a:tr>
            </a:tbl>
          </a:graphicData>
        </a:graphic>
      </p:graphicFrame>
      <p:sp>
        <p:nvSpPr>
          <p:cNvPr id="4" name="Text Placeholder 3">
            <a:extLst>
              <a:ext uri="{FF2B5EF4-FFF2-40B4-BE49-F238E27FC236}">
                <a16:creationId xmlns:a16="http://schemas.microsoft.com/office/drawing/2014/main" id="{7AE466BD-36A3-E86D-1C0C-86F631BC112B}"/>
              </a:ext>
            </a:extLst>
          </p:cNvPr>
          <p:cNvSpPr>
            <a:spLocks noGrp="1"/>
          </p:cNvSpPr>
          <p:nvPr>
            <p:ph type="body" sz="half" idx="2"/>
          </p:nvPr>
        </p:nvSpPr>
        <p:spPr/>
        <p:txBody>
          <a:bodyPr vert="horz" lIns="91440" tIns="45720" rIns="91440" bIns="45720" rtlCol="0" anchor="t">
            <a:normAutofit/>
          </a:bodyPr>
          <a:lstStyle/>
          <a:p>
            <a:pPr marL="285750" indent="-285750">
              <a:buChar char="•"/>
            </a:pPr>
            <a:r>
              <a:rPr lang="en-US">
                <a:ea typeface="+mn-lt"/>
                <a:cs typeface="+mn-lt"/>
              </a:rPr>
              <a:t>Adjusted Coefficient of determination: </a:t>
            </a:r>
            <a:r>
              <a:rPr lang="en-US">
                <a:solidFill>
                  <a:srgbClr val="C00000"/>
                </a:solidFill>
                <a:ea typeface="+mn-lt"/>
                <a:cs typeface="+mn-lt"/>
              </a:rPr>
              <a:t>0.16</a:t>
            </a:r>
            <a:endParaRPr lang="en-US">
              <a:solidFill>
                <a:srgbClr val="C00000"/>
              </a:solidFill>
            </a:endParaRPr>
          </a:p>
          <a:p>
            <a:pPr marL="285750" indent="-285750">
              <a:buChar char="•"/>
            </a:pPr>
            <a:r>
              <a:rPr lang="en-US">
                <a:ea typeface="+mn-lt"/>
                <a:cs typeface="+mn-lt"/>
              </a:rPr>
              <a:t>Coefficient of determination: </a:t>
            </a:r>
            <a:r>
              <a:rPr lang="en-US">
                <a:solidFill>
                  <a:srgbClr val="FFC000"/>
                </a:solidFill>
                <a:ea typeface="+mn-lt"/>
                <a:cs typeface="+mn-lt"/>
              </a:rPr>
              <a:t>0.25</a:t>
            </a:r>
            <a:endParaRPr lang="en-US">
              <a:solidFill>
                <a:srgbClr val="FFC000"/>
              </a:solidFill>
            </a:endParaRPr>
          </a:p>
          <a:p>
            <a:pPr marL="285750" indent="-285750">
              <a:buChar char="•"/>
            </a:pPr>
            <a:r>
              <a:rPr lang="en-US">
                <a:ea typeface="+mn-lt"/>
                <a:cs typeface="+mn-lt"/>
              </a:rPr>
              <a:t>p-value (F-statistic): </a:t>
            </a:r>
            <a:r>
              <a:rPr lang="en-US">
                <a:solidFill>
                  <a:srgbClr val="00B050"/>
                </a:solidFill>
                <a:ea typeface="+mn-lt"/>
                <a:cs typeface="+mn-lt"/>
              </a:rPr>
              <a:t>0.017</a:t>
            </a:r>
            <a:endParaRPr lang="en-US">
              <a:solidFill>
                <a:srgbClr val="00B050"/>
              </a:solidFill>
            </a:endParaRPr>
          </a:p>
        </p:txBody>
      </p:sp>
      <p:sp>
        <p:nvSpPr>
          <p:cNvPr id="5" name="Slide Number Placeholder 4">
            <a:extLst>
              <a:ext uri="{FF2B5EF4-FFF2-40B4-BE49-F238E27FC236}">
                <a16:creationId xmlns:a16="http://schemas.microsoft.com/office/drawing/2014/main" id="{8C1C34E4-3B9C-83CE-E524-2BC7E718527E}"/>
              </a:ext>
            </a:extLst>
          </p:cNvPr>
          <p:cNvSpPr>
            <a:spLocks noGrp="1"/>
          </p:cNvSpPr>
          <p:nvPr>
            <p:ph type="sldNum" sz="quarter" idx="12"/>
          </p:nvPr>
        </p:nvSpPr>
        <p:spPr/>
        <p:txBody>
          <a:bodyPr/>
          <a:lstStyle/>
          <a:p>
            <a:fld id="{330EA680-D336-4FF7-8B7A-9848BB0A1C32}" type="slidenum">
              <a:rPr lang="en-US" smtClean="0"/>
              <a:t>24</a:t>
            </a:fld>
            <a:endParaRPr lang="en-US"/>
          </a:p>
        </p:txBody>
      </p:sp>
    </p:spTree>
    <p:extLst>
      <p:ext uri="{BB962C8B-B14F-4D97-AF65-F5344CB8AC3E}">
        <p14:creationId xmlns:p14="http://schemas.microsoft.com/office/powerpoint/2010/main" val="3475597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2849</Words>
  <Application>Microsoft Office PowerPoint</Application>
  <PresentationFormat>Широкоэкранный</PresentationFormat>
  <Paragraphs>436</Paragraphs>
  <Slides>24</Slides>
  <Notes>14</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24</vt:i4>
      </vt:variant>
    </vt:vector>
  </HeadingPairs>
  <TitlesOfParts>
    <vt:vector size="32" baseType="lpstr">
      <vt:lpstr>Aptos</vt:lpstr>
      <vt:lpstr>Aptos Display</vt:lpstr>
      <vt:lpstr>Arial</vt:lpstr>
      <vt:lpstr>Calibri</vt:lpstr>
      <vt:lpstr>Courier New</vt:lpstr>
      <vt:lpstr>Liberation Sans</vt:lpstr>
      <vt:lpstr>Times New Roman</vt:lpstr>
      <vt:lpstr>office theme</vt:lpstr>
      <vt:lpstr>Russians Fleeing Putin’s country:  Daily Stressors, Traumatic Experience, Anxiety, Depression, Post Traumatic Stress Disorder   Maria McCready Dimitri Bolt  </vt:lpstr>
      <vt:lpstr>Method</vt:lpstr>
      <vt:lpstr>Measures</vt:lpstr>
      <vt:lpstr>Results: Premigration Traumatic Events </vt:lpstr>
      <vt:lpstr>Results: Symptoms of Post Traumatic Stress Disorder (PTSD) </vt:lpstr>
      <vt:lpstr>Results: Symptoms of Anxiety and Depression </vt:lpstr>
      <vt:lpstr>Results </vt:lpstr>
      <vt:lpstr>Daily stressors-Depression</vt:lpstr>
      <vt:lpstr>Quantitative spin-off results of the immigrant study</vt:lpstr>
      <vt:lpstr>Content:</vt:lpstr>
      <vt:lpstr>Variables</vt:lpstr>
      <vt:lpstr>Variable description, e.g., PTSD</vt:lpstr>
      <vt:lpstr>Variable visualization, e.g., PTSD</vt:lpstr>
      <vt:lpstr>Interesting spin-off results </vt:lpstr>
      <vt:lpstr>Depression ~ Daily stressors </vt:lpstr>
      <vt:lpstr>Pairwise correlation of columns.</vt:lpstr>
      <vt:lpstr>Features with less than 0.08 p-value in APA format.</vt:lpstr>
      <vt:lpstr>Interesting, controversial and unexpected results</vt:lpstr>
      <vt:lpstr>Factors that most effectively reduce depression rates in immigrants. </vt:lpstr>
      <vt:lpstr>Very interesting to explore not only what influences depression but also which features do not have an impact on it.</vt:lpstr>
      <vt:lpstr>Daily stressors. Encoding.</vt:lpstr>
      <vt:lpstr>PTSD ~ Traumas (MultiRegression)</vt:lpstr>
      <vt:lpstr>Pairwise correlation of columns.</vt:lpstr>
      <vt:lpstr>Table of features with less than 0.15 p-value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Dmitry Boltyanskiy</cp:lastModifiedBy>
  <cp:revision>1</cp:revision>
  <dcterms:created xsi:type="dcterms:W3CDTF">2024-02-15T18:55:23Z</dcterms:created>
  <dcterms:modified xsi:type="dcterms:W3CDTF">2024-02-19T18:38:48Z</dcterms:modified>
</cp:coreProperties>
</file>